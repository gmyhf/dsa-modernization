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9 章已经建立了「一次磁盘访问约等于十万次内存访问」这个量级感。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这一章所有设计的动机都是它，可以先回头指一下。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本书的实现里埋了一个 page_reads() 计数器，把「读了几页」量出来，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上机题就用它。实现见 code/ch11/linear_index/modern.hpp。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接下一节的话头：B+ 树把「重组」换成了「就地分裂与合并」。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批量装入这件事本身没被淘汰——code/ch11/bplus_tree 的 bulk_load 做的正是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「排好序、连续填叶页、用每个孩子的最小 key 建上一层」，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装出来的就是 11.4 那张图的形状。差别只在后续怎么维护。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「AND 查询 = 求交，OR 查询 = 求并」，这就是布尔检索模型。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有序是关键：如果倒排表无序，每次求交都要 O(n*m) 或者先排序。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所以插入时就维持有序，代价摊到建索引的时候。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所以倒排表里每一项还要记这个词在文档里的位置列表。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短语查询 = 先求交拿到候选文档，再在候选里检查位置是否连续。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代价：位置信息让索引大好几倍。这又是一次空间换时间。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定位到起点 O(log n)，之后每个结果只花 O(1)。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 树做同样的事要反复中序周游，跨结点时得回到父亲——这就是数据库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几乎一律用 B+ 树而不是 B 树的原因。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本书的实现里同样有 page_reads()/page_writes() 计数器。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可以现场把「复制」改成「移动」，然后跑范围查询——单点查询依然全绿，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只有范围查询的断言会红。这正是「有牙的测试」该抓到的东西。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游程编码：连续的 0 或 1 记成「值 + 个数」。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真实系统里用的是 WAH / EWAH 这类「能直接在压缩态上做位运算」的编码，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不用解压就能求交——那才是位图索引真正的杀手锏。本书只做到游程编码。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100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6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7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419286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78137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数据在磁盘上时，怎么快速定位。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273361"/>
            <a:ext cx="11058144" cy="1481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11.1 线性索引、二级索引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11.3 倒排索引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11.4 B 树与 B+ 树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11.5 位图与签名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05489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一条主线：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每一种索引都在换同一件东西——用附加空间少读几次盘。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11.1 线性索引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11.1 线性索引，图中的数据库记录不等长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56568" y="1376389"/>
            <a:ext cx="9878863" cy="3137020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540587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图11.1 线性索引，图中的数据库记录不等长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908960"/>
            <a:ext cx="11058144" cy="7925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主文件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：记录物理无序、长度可以不等</a:t>
            </a:r>
          </a:p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索引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：按关键码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排好序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，每项是 (关键码, 存储位置)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755824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索引小得多，可以整个读进内存二分；数据只在确定位置后读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一次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二级索引：索引本身也放不下怎么办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1.2 二级索引文件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29054"/>
            <a:ext cx="11058144" cy="2962002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218234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11.2 二级索引文件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545840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再给索引建一层索引。二级索引常驻内存，一级索引在盘上。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4982318"/>
            <a:ext cx="11058144" cy="86648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稠密 2 层索引: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查不到 -&gt; 读 1 页  (只读了索引页)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命中   -&gt; 读 2 页  (索引页 + 数据页)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903159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多出来的那一页就是数据页——索引里没有就不必去读。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1000 条记录：索引为什么有四层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83430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每个数据页 4 条记录、每个索引页 4 项：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364602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2337873"/>
                <a:gridCol w="2641797"/>
                <a:gridCol w="607847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项数/页数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算法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数据页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250 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⌈1000/4⌉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一级索引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63 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⌈250/4⌉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二级索引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16 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⌈63/4⌉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三级索引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 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⌈16/4⌉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顶层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 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⌈4/4⌉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76319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一次查询沿“顶层 → 三级 → 二级 → 一级 → 数据页”下降。 层数由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页扇出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决定，不是由二叉树高度决定。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11.2 静态索引：多分树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1.3 多分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519210" y="1263654"/>
            <a:ext cx="7153579" cy="4163148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446106"/>
            <a:ext cx="11058144" cy="2073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11.3 多分树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692105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磁盘按页读写，所以</a:t>
            </a: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一个索引结点就设计成恰好装满一页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二叉树每个结点只有两个孩子，同样多的 key 会把树撑得很高。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963519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覆盖一百万个叶页：二叉树约 </a:t>
            </a: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20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层，100 路树只要 </a:t>
            </a: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层。 页内要多比较几个分界 key，但</a:t>
            </a: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整页已经在内存里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——比多读一次外存页便宜得多。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扇出是算出来的，不是拍的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82242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页大小 4096 字节，一项「关键码 + 孩子页号」占 16 字节，扣掉页头 —— 大约放 250 项，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扇出约 251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。关键码变长或页头变大，扇出就掉。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68490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数据库索引偏爱短关键码，不只为省空间，更为压低树高。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14916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静态多分树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批量装入时按页填满，之后结构不再变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3662960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插入多出来的记录 → 进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溢出区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，查询多一次 I/O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 → 页变稀，利用率下降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攒够了 →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重组整棵树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17329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所以它适合「一次建好、很少改」的文件，不适合频繁更新的目录。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11.3 倒排索引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75188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从「文档 → 它含哪些词」翻转成「词 → 它出现在哪些文档」。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282190"/>
            <a:ext cx="11058144" cy="289560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文档 1: the quick brown fox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文档 2: the lazy dog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倒排表: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the    -&gt; [1, 2]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quick  -&gt; [1]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brown  -&gt; [1]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fox    -&gt; [1]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lazy   -&gt; [2]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dog    -&gt; [2]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24383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这就是搜索引擎的基础数据结构。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倒排表的交并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74572"/>
            <a:ext cx="11058144" cy="455371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93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code/ch11/inverted_index/modern.hpp#fn:intersect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&gt;&gt;&gt; inverted-intersect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有序表求交。归并一遍，两个指针各走一趟，代价 O(n+m)。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[[nodiscard]]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intersect(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left,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             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right)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j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 &lt; left.size() &amp;&amp; j &lt; right.size())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(left[i] &lt; right[j])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++i;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(right[j] &lt; left[i])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++j;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out.push_back(left[i]);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++i;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++j;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879084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倒排表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保持有序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，所以求交是「双指针并行走一遍」，</a:t>
            </a:r>
            <a:r>
              <a:rPr lang="zh-CN" sz="18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+ m)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不是 </a:t>
            </a:r>
            <a:r>
              <a:rPr lang="zh-CN" sz="18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× m)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倒排表求交：双指针只走一遍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895515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数据: [1, 3, 8, 10]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结构: [2, 3, 8, 11]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767649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2772068"/>
                <a:gridCol w="6026236"/>
                <a:gridCol w="2259840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比较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动作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输出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 vs 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左指针前进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 vs 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右指针前进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 vs 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两边前进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8 vs 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两边前进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3,8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10 vs 11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左指针前进并结束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3,8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516624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O(m+n)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，不会为每个文档从头重找另一张表。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短语查询要位置信息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70696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光有「哪些文档含这个词」不够——</a:t>
            </a:r>
            <a:r>
              <a:rPr lang="zh-CN" sz="16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"quick brown"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要求两个词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相邻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654144"/>
            <a:ext cx="11058144" cy="448738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code/ch11/inverted_index/modern.hpp#fn:phrase_query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短语查询：先求交把候选文档缩小，再用位置是否相邻过滤。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std::vector&lt;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phrase_query(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std::vector&lt;std::string&gt;&amp; phrase)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(phrase.empty())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{};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candidates = and_query(phrase);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doc : candidates)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start : positions_of(phrase.front(), doc))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adjacent 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step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step &lt; phrase.size() &amp;&amp; adjacent; ++step)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adjacent = has_position(phrase[step], doc, start +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&gt;(step));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(adjacent)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out.push_back(doc);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break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34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11.4 B 树：为磁盘设计的树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5 章的二叉搜索树在磁盘上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很糟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：树高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log₂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每下降一层就是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一次磁盘访问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 = 10⁶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时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log₂ n ≈ 20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287467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B 树的想法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：把结点做大，让一个结点正好装满一页。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33893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阶 B 树的高度是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logₘ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m = 100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时只要 3 层。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34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 树的结构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1.4 B 树结点的一般形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500882"/>
            <a:ext cx="11058144" cy="1614549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148451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11.4 B 树结点的一般形式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3675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阶 B 树：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4050544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每个结点至多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个孩子、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m-1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个关键码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除根外，每个结点至少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⌈m/2⌉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个孩子（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半满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所有叶子在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同一层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56087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「半满」和「叶子同层」这两条一起保证了树高是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O(logₘ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34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插入导致分裂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11.7 在3阶 B 树中插入关键码19后导致根分裂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094461" y="1263861"/>
            <a:ext cx="10003078" cy="3734180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20393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图11.7 在3阶 B 树中插入关键码19后导致根分裂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298015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结点满了就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从中间劈开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，中间那个关键码升到父结点。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612284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父结点也满就继续往上劈——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根分裂时树才长高一层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926553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B 树是从叶子往上长的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，这是它始终平衡的原因。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B+ 树：数据全在叶子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1.9 3 阶 B +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69347"/>
            <a:ext cx="11058144" cy="2621189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915936"/>
            <a:ext cx="11058144" cy="2584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2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11.9 3 阶 B +树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263281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内部结点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只存关键码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（当路标），不存数据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数据全部在叶子，叶子之间用指针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串成一条链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054745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两个直接好处：</a:t>
            </a:r>
          </a:p>
        </p:txBody>
      </p:sp>
      <p:sp>
        <p:nvSpPr>
          <p:cNvPr id="8" name="要点"/>
          <p:cNvSpPr txBox="1"/>
          <p:nvPr/>
        </p:nvSpPr>
        <p:spPr>
          <a:xfrm>
            <a:off x="566928" y="5449969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内部结点更小 → 一页能装更多路标 → 树更矮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范围查询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只需定位一次，然后顺着叶子链扫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B+ 树插入 60：分裂传播到根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以 3 阶树为例，叶子装满后插入 60：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1. 沿分隔键下降到目标叶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2. 叶中插入 60，发生溢出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3. 叶分成左右两页，复制右页首键到父页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4. 父页若也溢出，再分裂并把中间分隔键上推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5. 根溢出时新建根，树高增加 1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0908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叶分裂保留全部记录并维护横向链； 内部页分裂搬的是导航键与孩子指针。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55513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一次更新只沿根到叶的一条路径传播，不重建整棵树。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范围查询：B+ 树的看家本领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58306"/>
            <a:ext cx="11058144" cy="494336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code/ch11/bplus_tree/modern.hpp#bplus-range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范围扫描：找到下限所在的叶，然后沿叶链横着走，不再回到内部结点。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std::vector&lt;std::pair&lt;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std::string&gt;&gt; range(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low,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high)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std::vector&lt;std::pair&lt;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std::string&gt;&gt;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(low &gt; high)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Node* node = root_.get();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(!node-&gt;leaf)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++reads_;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 = node-&gt;children[child_slot(*node, low)].get();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!=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++reads_;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node-&gt;keys.size();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(node-&gt;keys[i] &gt; high)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(node-&gt;keys[i] &gt;= low)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out.emplace_back(node-&gt;keys[i], node-&gt;values[i]);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 = node-&gt;next;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叶子分裂与内部分裂不一样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叶子分裂:   中间那个关键码**复制**一份上去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(叶子仍然保留它, 因为数据在叶子)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内部分裂:   中间那个关键码**移动**上去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(内部结点只是路标, 不必留)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626612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这一处最容易写错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，而且写错的表现很隐蔽： 范围查询会漏掉边界上的键，单点查询却全对。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48909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code/ch11/bplus_tree/modern.hpp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split_leaf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与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split_internal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11.4.4 静态索引还是动态索引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198261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4807888"/>
                <a:gridCol w="1923155"/>
                <a:gridCol w="4327101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工作负载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更合适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原因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几乎只读、可批量重建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静态索引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紧凑、读路径短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持续插入删除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B/B+ 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局部调整保持平衡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范围扫描多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B+ 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叶链顺序读取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物理地址必须稳定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静态索引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不因分裂搬动旧记录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要点"/>
          <p:cNvSpPr txBox="1"/>
          <p:nvPr/>
        </p:nvSpPr>
        <p:spPr>
          <a:xfrm>
            <a:off x="566928" y="4050238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静态索引把更新成本推迟到一次昂贵重组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动态索引把成本摊到每次分裂、借位与合并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07914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选择的是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由谁、在什么时候支付更新成本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11.5 位图索引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11.15 百货销售数据库记录的位图索引示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838982" y="1229106"/>
            <a:ext cx="8514036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图11.15 百货销售数据库记录的位图索引示意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34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11.5 位图索引（续）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取值很少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的字段（性别、州、类别）， 给每个取值造一个位向量：第 i 位表示「第 i 条记录是不是这个值」。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874670"/>
            <a:ext cx="11058144" cy="208727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code/ch11/bitmap_index/modern.hpp#fn:select_and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&gt;&gt;&gt; bitmap-ops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「与」：逐字 `&amp;`。`word_ops()` 数的就是这里做了几次字运算。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[[nodiscard]] std::vector&lt;std::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select_and(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std::string&amp; a,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               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std::string&amp; b)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to_records(combine(bitmap(a), bitmap(b), Op::And));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02798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多条件组合退化成按位与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——一次处理 64 条记录。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34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位图的代价与压缩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306273"/>
            <a:ext cx="11058144" cy="69622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7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字段取值 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少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→ 位图小，效率极高</a:t>
            </a:r>
          </a:p>
          <a:p>
            <a:pPr marL="270000" indent="-230000" lvl="0">
              <a:lnSpc>
                <a:spcPct val="100000"/>
              </a:lnSpc>
              <a:spcBef>
                <a:spcPts val="47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字段取值 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多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（比如身份证号）→ 位图数量爆炸，完全不能用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050247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位向量往往极其稀疏（大片的 0），所以要压缩：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433695"/>
            <a:ext cx="11058144" cy="370807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code/ch11/bitmap_index/modern.hpp#fn:run_length_encode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&gt;&gt;&gt; bitmap-compression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字级游程压缩：把连续相同的机器字压成「重复次数 + 字值」两项。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低基数列的位图大片全 0，这样能压得很小；随机稠密位图反而会变大——如实呈现，不粉饰。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std::vector&lt;std::uint64_t&gt; run_length_encode(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std::vector&lt;std::uint64_t&gt;&amp; bits)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std::vector&lt;std::uint64_t&gt;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 &lt; bits.size())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run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 + run &lt; bits.size() &amp;&amp; bits[i + run] == bits[i])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++run;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out.push_back(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&lt;std::uint64_t&gt;(run));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out.push_back(bits[i]);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i += run;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34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位图逐位查询与尾部掩码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State=NY : 1 0 1 0 1 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Class=A  : 1 1 0 1 1 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AND      : 1 0 0 0 1 0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8772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结果是第 1、5 条记录（程序下标 0、4）。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51986"/>
            <a:ext cx="11058144" cy="11946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机器实际按 64 位字做 AND/OR/NOT，一次处理 64 条记录。 记录数不是 64 的倍数时，NOT 会把末尾不存在的位也翻成 1， 所以最后一个字必须用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mask_tail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清掉越界位。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1268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位图适合低基数属性；学号这类高基数列会生成大量稀疏位图。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34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各种索引怎么选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663528"/>
        </p:xfrm>
        <a:graphic>
          <a:graphicData uri="http://schemas.openxmlformats.org/drawingml/2006/table">
            <a:tbl>
              <a:tblPr firstRow="1"/>
              <a:tblGrid>
                <a:gridCol w="6608452"/>
                <a:gridCol w="4449692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场景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用什么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主文件无序、记录不等长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线性索引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索引本身也很大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二级 / 多级索引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全文检索、布尔查询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倒排索引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范围查询、有序遍历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B+ 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低基数字段、多条件组合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位图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只问「在不在」、允许误判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签名 / 布隆过滤器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34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课堂讲解卡：索引是在空间与查询之间做交换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索引不保存“更多事实”，而是保存更适合定位的组织方式：线性索引、B/B+ 树解决范围与磁盘访问，倒排索引解决文本词项，位图索引解决低基数过滤。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34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课堂例题：一次范围查询的路径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 B+ 树中先从根走到包含下界的叶子，再沿叶子链顺序扫描到上界；同一查询若用哈希索引，只能定位等值键，无法自然顺序扫描。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34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课堂例题答案：B+ 树范围查询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从根按分隔键走到包含下界的叶子，在叶子中定位下界后沿叶子链向右扫描到上界。哈希索引可快速等值定位，但不能自然给出连续范围。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34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B+ 树为什么把记录集中在叶子？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内部结点分裂与叶子分裂传播的内容有何不同？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倒排表求交为什么可以用双指针线性完成？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选择索引时是否同时考虑选择性、更新成本和存储空间？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B+ 树记录集中在叶子，内部结点只导航，叶子链支持范围扫描。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叶子分裂复制分隔键，内部结点分裂把中间键提升到父层。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排序倒排表可用双指针线性求交。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选择索引要同时考虑选择性、更新成本和空间。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34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状态演算：B+ 树分裂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叶子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[10,20,30,40]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插入 25 后分成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[10,20]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[25,30,40]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；把右叶最小键 25 复制为父结点分隔键，并连接叶子链。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34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反例：只更新父键不接叶链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点查可能仍成功，但范围查询沿叶子链会跳过新叶，结果不完整。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34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课堂练习：为什么 B+ 树范围查询只需一次树高定位？答案：找到下界叶后沿叶子链顺序扫描，不必为每个后继键重新从根查找。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34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算法轨：线性、倒排与位图索引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65018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版展示索引定位、倒排表交并和位图运算；B/B+ 树的页分裂和叶链仍以 C++ 实现为主，避免把磁盘布局隐藏掉。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578709"/>
            <a:ext cx="11058144" cy="316504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code/ch11/bitmap_index/modern.py#bitmap-ops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select_and(self,a,b):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self._combine(a,b,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lambda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x,y:x&amp;y)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select_or(self,a,b):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self._combine(a,b,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lambda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x,y:x|y)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select_not(self,value):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bits = [(~word)&amp;MASK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word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self.bitmap(value)]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self._ops +=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(bits)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bits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and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self._count%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64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bits[-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 &amp;= (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&lt;&lt;(self._count%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64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))-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self._records(bits)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34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索引的本质：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用附加空间换更少的磁盘访问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线性索引让主文件可以无序、变长；多级索引解决索引本身太大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倒排索引把「文档→词」翻转成「词→文档」，交并靠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有序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做到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O(n+m)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 树把结点做成一页大，树高从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log₂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降到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logₘ n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B+ 树数据全在叶子且串成链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，所以范围查询只定位一次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位图索引适合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低基数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字段，多条件组合退化成按位与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34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code/ch11/bplus_tree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code/ch11/inverted_index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867812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page_reads()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量一量：同样的查询，1 层索引和 2 层索引各读几页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 B+ 树里做一次范围查询，数一数跨了几个叶结点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把叶子分裂的「复制」改成「移动」，看范围查询漏掉了什么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4444185"/>
            <a:ext cx="32004" cy="803224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4444185"/>
            <a:ext cx="10820400" cy="803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B+ 树的测试里有一条 </a:t>
            </a:r>
            <a:r>
              <a:rPr lang="zh-CN" sz="2145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validate()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：每次插入删除后都检查 「所有叶子同层、每个结点半满、叶子链有序」这三条不变量。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第11章 索引技术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34 / 34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第11章 索引技术</dc:title>
  <dc:creator>dsa-modernization</dc:creator>
  <cp:revision>1</cp:revision>
</cp:coreProperties>
</file>