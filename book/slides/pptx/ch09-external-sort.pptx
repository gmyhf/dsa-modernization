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这就是为什么外排序全靠归并而不是快排：归并只需要顺序读写，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快排的分割要来回跳。第 8 章说「归并需要 O(n) 额外空间所以不如快排流行」，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到了外存这个结论完全反过来。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为什么平均是 2M：可以用「扫雪机模型」直观解释——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雪均匀落下，扫雪机绕圈扫，稳态下每圈扫掉的雪量是圈内存量的两倍。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输入随机时顺串平均长度就是 2M。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输入本来就近乎有序时，能长得更多，极端情况一个顺串装下全部。</a:t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建树 O(k)。取走根之后，只有从那片叶子到根的这一条路径需要重算——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O(log k)，而不是 O(k)。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于是 k 路归并的总比较次数从 N(k-1) 降到 N log k。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换掉一片叶子后，沿着它到根的路径逐层重赛。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每层要看兄弟是谁——所以赢者树重构时要访问兄弟结点。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下一页的败者树就是为了省掉这一步。</a:t>
            </a:r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两种树的信息量是等价的，只是把「谁输了」记在哪里不同。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败者树多一个「冠军」槽（下标 0）存全局赢家。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这是本章最容易讲糊的地方，建议对着图 9.7 和图 9.8 走一遍完整的重构过程。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实现见 code/ch09/external_sort/modern.hpp。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2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100" Type="http://schemas.openxmlformats.org/officeDocument/2006/relationships/image" Target="../media/image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4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5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789618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248469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数据放不进内存的时候，怎么排序。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605593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前八章所有算法都有一个隐含前提：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任意元素的访问代价相同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一旦数据在磁盘上，这个前提就没了。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4000817"/>
            <a:ext cx="11058144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9.1 内存与外存的代价差在哪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9.3 置换选择、二路外排序、多路归并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31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9.1 一次磁盘访问有多贵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6703053"/>
                <a:gridCol w="4355091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典型量级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主存访问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几十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纳秒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磁盘寻道 + 旋转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几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毫秒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差距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约 10 万倍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364977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所以外排序的代价不数比较次数，数「读写了多少次外存」。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11403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一个直接推论：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顺序读写远比随机读写划算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寻道一次之后连续读一大块，摊到每个字节上几乎免费。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31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页 I/O 成本模型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设文件有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条记录，一页装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条：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459939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顺序扫描一遍：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⌈N/B⌉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次读页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读一遍并写回：约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2⌈N/B⌉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次页 I/O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一趟归并：完整读写文件一次，约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2N/B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97027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例：3000 条记录、每页 100 条，一趟至少读 30 页、写 30 页。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43453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多一趟归并的代价是多读写整个文件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远比内存里多做几次比较昂贵。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31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9.2 记录怎样装进页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141512"/>
        </p:xfrm>
        <a:graphic>
          <a:graphicData uri="http://schemas.openxmlformats.org/drawingml/2006/table">
            <a:tbl>
              <a:tblPr firstRow="1"/>
              <a:tblGrid>
                <a:gridCol w="1769303"/>
                <a:gridCol w="4865583"/>
                <a:gridCol w="4423258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记录类型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页内组织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更新代价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定长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直接按槽排列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位置容易计算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变长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页尾槽目录记偏移与长度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记录可移动，槽号不变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326927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删除也有两种选择：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783061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立即压紧：扫描紧凑，但要搬动后续记录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留墓碑：写入便宜，但查询要跳过空洞，最终仍需重组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81196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索引保存“关键码 → 页号/槽号”，把逻辑顺序与物理位置分开。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31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9.2.1 文件组织：四种取舍仍在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1275939"/>
                <a:gridCol w="2551879"/>
                <a:gridCol w="7230326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组织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强项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代价 / 今天的位置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顺序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扫描、批处理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中间更新贵；顺串与列式批处理仍在用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散列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按键定位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范围扫描差；冲突和缓存按页处理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键到记录位置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B+ 树、LSM 等由存储引擎维护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倒排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属性反查记录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搜索系统仍以它为核心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03027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机械磁带是历史例子；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顺序读写比随机交换便宜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不是。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31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9.2.2 文件流：概念保留，接口更新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688695"/>
            <a:ext cx="11058144" cy="32035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文件：持久化数据对象；流：程序此刻的读写通道；缓冲与位置仍是外排序的基础。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&lt;fstream.h&gt;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char*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文件名、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文件位置已经过时。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C++17：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&lt;fstream&gt;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std::ifstream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/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std::ofstream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/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std::fstream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，文件名用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std::string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或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std::filesystem::path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流对象离开作用域会关闭；要检查打开、读写与关闭错误。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二进制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read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/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write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不能直接持久化带指针或依赖字节序的 C++ 对象。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958332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外排序算法本身不依赖某个文件 API；本书用内存模拟，避免把未经验证的 I/O 细节伪装成算法实现。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31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外排序的基本套路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第一阶段: 分段读进内存, 排好, 写回磁盘   -&gt;  若干个「顺串」(run)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第二阶段: 把这些顺串归并成一个有序文件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81828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两个阶段各有优化空间：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332073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第一阶段：顺串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越长越好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（顺串少，归并的轮数就少）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第二阶段：一次归并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越多路越好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（路数多，轮数少）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31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9.3.1 置换选择：让顺串更长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朴素做法：内存能装 M 个，就每次读 M 个排好写出去，顺串长度恰好 M。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置换选择能让顺串平均长到 2M。</a:t>
            </a:r>
          </a:p>
        </p:txBody>
      </p:sp>
      <p:pic>
        <p:nvPicPr>
          <p:cNvPr id="6" name="图9.1 置换选择算法流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2940710"/>
            <a:ext cx="11058144" cy="1954869"/>
          </a:xfrm>
          <a:prstGeom prst="rect">
            <a:avLst/>
          </a:prstGeom>
        </p:spPr>
      </p:pic>
      <p:sp>
        <p:nvSpPr>
          <p:cNvPr id="7" name="图注"/>
          <p:cNvSpPr txBox="1"/>
          <p:nvPr/>
        </p:nvSpPr>
        <p:spPr>
          <a:xfrm>
            <a:off x="566928" y="4928599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图9.1 置换选择算法流程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31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置换选择：怎么做到的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235671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内存里维持一个最小堆, 装满 M 个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反复: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取出堆顶, 写进当前顺串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读入下一个记录: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它 &gt;= 刚写出的那个吗?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是 -&gt; 放进堆, 还能进当前顺串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否 -&gt; 冻结它, 等下一个顺串再用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堆空了 -&gt; 当前顺串结束, 解冻全部冻结的记录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43494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关键在「冻结」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：比刚写出的值小的记录进不了当前顺串， 但它仍然占着内存，参与下一轮。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31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置换选择：原书序列逐步走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工作区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M = 7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，输入：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50 49 35 45 30 25 15 60 16 27 1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2283024"/>
        </p:xfrm>
        <a:graphic>
          <a:graphicData uri="http://schemas.openxmlformats.org/drawingml/2006/table">
            <a:tbl>
              <a:tblPr firstRow="1"/>
              <a:tblGrid>
                <a:gridCol w="1629392"/>
                <a:gridCol w="3106708"/>
                <a:gridCol w="1629392"/>
                <a:gridCol w="2715654"/>
                <a:gridCol w="1976998"/>
              </a:tblGrid>
              <a:tr h="380504"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输出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新输入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去向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冻结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15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60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活跃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25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16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冻结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16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27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冻结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16,27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35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冻结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16,27,1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5–8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45,49,50,60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耗尽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排空活跃堆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16,27,1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87504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顺串 1：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15 25 30 35 45 49 50 60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，长度 8，已经超过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 顺串 2：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1 16 27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31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9.3.2 二路外排序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9.3 二路归并过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028367" y="1295564"/>
            <a:ext cx="10135266" cy="390648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219831"/>
            <a:ext cx="11058144" cy="19462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87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9.3 二路归并过程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450018"/>
            <a:ext cx="11058144" cy="21442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每轮把顺串两两归并，顺串数减半。m 个顺串要 </a:t>
            </a:r>
            <a:r>
              <a:rPr lang="zh-CN" sz="126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⌈log₂ m⌉</a:t>
            </a: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轮。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700004"/>
            <a:ext cx="11058144" cy="21442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6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每一轮都要把整个文件读一遍写一遍</a:t>
            </a: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所以总的外存访问量是 </a:t>
            </a:r>
            <a:r>
              <a:rPr lang="zh-CN" sz="126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2N⌈log₂ m⌉</a:t>
            </a:r>
            <a:r>
              <a:rPr lang="zh-CN" sz="126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949990"/>
            <a:ext cx="11058144" cy="21442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6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要减少轮数，就得提高归并路数。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31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3000 条记录：二路归并要几趟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若初始顺串每条 200 条：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3000/200 = 15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条顺串。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54838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第 0 层: 15 条 × 200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第 1 趟:  8 条，长度约 400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第 2 趟:  4 条，长度约 800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第 3 趟:  2 条，长度约 1600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第 4 趟:  1 条，长度 3000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09087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需要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⌈log₂ 15⌉ = 4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趟。 每趟读写 3000 条，总传输约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 × 3000 × 4 = 24000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条记录。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55513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若置换选择把平均顺串延长到 400，初始只有约 8 条，可省一趟。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31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9.3.3 多路归并：瓶颈在哪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 路归并时，每输出一个记录都要在 k 个候选里挑最小的。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459939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线性扫：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k-1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次比较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总代价：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N(k-1)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次比较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48884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路数 k 增大，轮数降了，但每步的比较次数升了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——两者对冲。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95310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要真正受益，就得让「挑最小」变便宜：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选择树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41736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赢者树和败者树是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经典教材中的选择树表示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，统称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tournament tree（选择树）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，主要服务外部排序的多路归并；一般内存内取最小通常直接使用二叉堆或优先队列。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31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赢者树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9.4 含有5 个选手的赢者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200106" y="1284334"/>
            <a:ext cx="3791788" cy="375269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056335"/>
            <a:ext cx="11058144" cy="20739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图9.4 含有5 个选手的赢者树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5331290"/>
            <a:ext cx="11058144" cy="8443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38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叶子是 k 个候选（各归并段的当前记录）</a:t>
            </a:r>
          </a:p>
          <a:p>
            <a:pPr marL="270000" indent="-230000" lvl="0">
              <a:lnSpc>
                <a:spcPct val="100000"/>
              </a:lnSpc>
              <a:spcBef>
                <a:spcPts val="38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每个内部结点记</a:t>
            </a: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两个孩子里的赢家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（较小者）</a:t>
            </a:r>
          </a:p>
          <a:p>
            <a:pPr marL="270000" indent="-230000" lvl="0">
              <a:lnSpc>
                <a:spcPct val="100000"/>
              </a:lnSpc>
              <a:spcBef>
                <a:spcPts val="38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根就是全局最小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31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赢者树的重构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9.6 图 9.5 重构后的 8 路归并赢者树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358722" y="1229106"/>
            <a:ext cx="7474556" cy="468475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9.6 图 9.5 重构后的 8 路归并赢者树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31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赢者树的重构（续）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58306"/>
            <a:ext cx="11058144" cy="4943368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23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code/ch09/external_sort/modern.hpp#fn:replace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replace(std::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player, 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(player &gt;= players_.size())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1056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"tournament player"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players_[player]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 = leaf_base_ + player;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tree_[node] = player;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(node &gt;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 /=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tree_[node] = detail::TournamentOps::better(players_, tree_[node *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                       tree_[node *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+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replace(std::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player, 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(player &gt;= players_.size())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std::out_of_range(</a:t>
            </a:r>
            <a:r>
              <a:rPr lang="zh-CN" sz="1056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"tournament player"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players_[player]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subtree_winner_[leaf_base_ + player] = player;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 = (leaf_base_ + player) /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node &gt;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node /=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replay_node(node);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champion_ = subtree_winner_[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31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四路归并：赢家路径怎样更新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四路当前值为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[4, 7, 2, 9]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54838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首轮: min(4,7)=4, min(2,9)=2, min(4,2)=2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输出: 第 2 路的 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补入: 第 2 路变成 8，候选 [4,7,8,9]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重赛: 只重算“第 2 路叶子 → 根”的两场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结果: 新冠军为 4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09087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建树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O(k)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；每输出一条只更新一条高为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 k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的路径。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55513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线性扫描要每次检查全部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路，选择树只做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O(log k)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次比较。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31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败者树：省掉「看兄弟」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9.7 8路归并的败者树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862006" y="1229106"/>
            <a:ext cx="6467987" cy="468475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图9.7 8路归并的败者树示例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31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败者树：省掉「看兄弟」（续）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内部结点记的是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输家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，赢家继续往上比。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459939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赢者树重构：每层要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读兄弟结点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才知道跟谁比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败者树重构：每层直接跟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本结点记录的输家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比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48884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少一次访存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。这在多路归并的内层循环里是实打实的收益。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31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设文件 N 条记录、内存装 M 条、k 路归并：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4466132"/>
                <a:gridCol w="6592012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环节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代价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生成顺串（置换选择）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顺串平均长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2M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，段数约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N/2M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归并轮数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⌈logₖ(N/2M)⌉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每轮外存访问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2N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（读一遍写一遍）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每步挑最小（选择树）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k)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49453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优化的两个方向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：置换选择减少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段数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，多路归并减少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轮数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31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课堂讲解卡：外排序先算 I/O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内存只放得下 M 条记录时，目标不是少比较，而是少读写磁盘页。初始顺串、归并路数和缓冲区大小共同决定总 I/O。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31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课堂例题：M=3 的置换选择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输入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4,1,3,2,5,0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：先建容量 3 的堆，输出不小于上次输出的记录，较小的记录冻结到下一顺串。 让学生列出两条顺串，再用二路或四路归并合成最终结果。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31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课堂例题答案：M=3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初始堆为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1,4,3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，输出 1 后读入 2，继续当前顺串；输出 3 后读入 0，因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0&lt;3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冻结。当前顺串为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1,2,3,4,5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，下一顺串从冻结的 0 开始，再进行归并。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31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为什么顺序读写通常比随机访问便宜？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置换选择如何使顺串平均长于 M？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赢者树和败者树每次更新为什么是 O(log k)？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页大小、记录大小和归并路数之间如何权衡？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31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顺序读写能合并页访问，随机访问会频繁触发定位和换页。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置换选择把不破坏当前顺序的输入继续留在堆中。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选择树更新只沿一条叶到根路径，代价 O(log k)。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更大页和更多路数减少轮数，但增加缓冲区成本。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31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状态演算：冻结记录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内存容量 M=3，输出 3 后读入 1；因为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1&lt;3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，它不能进入当前递增顺串，必须标记冻结，等下一趟重新建堆。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31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反例：把冻结记录立即放回堆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这样会破坏当前顺串的非递减性，归并阶段可能读到逆序记录，最终结果不再可靠。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31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课堂练习：解释为什么随机输入的顺串平均可超过 M。答案：大于当前输出的记录继续留在堆中，活跃记录不断补入，直到遇到较小记录才冻结。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31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算法轨：置换选择与选择树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171042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版用于演示顺串生成、多路归并和赢家/败者更新；C++ 版补足文件页、缓冲区和对象所有权等工程实现。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481064"/>
            <a:ext cx="11058144" cy="476926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1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code/ch09/external_sort/modern.py#winner-tree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class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WinnerTree(_Tournament):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"""代码9.2：内部结点记**赢家**，根就是全局最小的那一路。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    重建一个结点要看它两个孩子的赢家，所以替换选手后沿路每层各比一次。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    """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_winner_at(self, node: 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-&gt; 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# 叶子层不占内部结点的位置：第 j 个选手就在 _size + j 上，它自己是自己的赢家。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 - self._size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 &gt;= self._size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else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self._tree[node]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_build(self) -&gt;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range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(self._size -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-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self._tree[node] = self._better(self._winner_at(node *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               self._winner_at(node *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+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winner_index(self) -&gt; 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|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self.players: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self._winner_at(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replace(self, player: 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value: 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-&gt;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self._check_player(player)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self.players[player] = value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node = (self._size + player) //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node &gt;=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self._tree[node] = self._better(self._winner_at(node *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               self._winner_at(node *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+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node //= </a:t>
            </a:r>
            <a:r>
              <a:rPr lang="zh-CN" sz="912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31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8885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外排序数的是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外存访问次数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，不是比较次数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顺序读写远比随机读写划算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——所以外排序全靠归并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置换选择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把顺串平均长度从 M 提到 2M，段数减半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多路归并降低轮数，但「挑最小」会变贵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选择树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把挑最小从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O(k)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降到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O(log k)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败者树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比赢者树少一次访存：重构时不必读兄弟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31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code/ch09/external_sort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598369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用一组随机数据跑置换选择，量一下顺串的实际长度分布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把败者树的重构改成「读兄弟」，确认结果不变但访存变多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手工在图 9.7 上走一遍重构，再和程序输出对照</a:t>
            </a:r>
          </a:p>
        </p:txBody>
      </p:sp>
      <p:sp>
        <p:nvSpPr>
          <p:cNvPr id="6" name="引用线"/>
          <p:cNvSpPr/>
          <p:nvPr/>
        </p:nvSpPr>
        <p:spPr>
          <a:xfrm>
            <a:off x="566928" y="4174742"/>
            <a:ext cx="32004" cy="4381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引用"/>
          <p:cNvSpPr txBox="1"/>
          <p:nvPr/>
        </p:nvSpPr>
        <p:spPr>
          <a:xfrm>
            <a:off x="694944" y="4174742"/>
            <a:ext cx="10820400" cy="4381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测试里赢者树和败者树</a:t>
            </a:r>
            <a:r>
              <a:rPr lang="zh-CN" sz="2145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逐项对拍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：同一组输入，输出序列必须完全相同。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第9章 文件管理和外排序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31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31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第9章 文件管理和外排序</dc:title>
  <dc:creator>dsa-modernization</dc:creator>
  <cp:revision>1</cp:revision>
</cp:coreProperties>
</file>