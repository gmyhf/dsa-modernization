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这一章表示法特别多，学生容易记乱。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建议每讲一种就问同一个问题：「这种存法下，找父亲要多久？找孩子要多久？」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答案不同，正是它们各自存在的理由。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这是本章最重要的一个观念：一般树的问题都可以搬到二叉树上解决，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5 章那套算法直接复用。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一个推论：由一棵树转出的二叉树，其右子树一定为空——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因为根没有兄弟。森林转出来的才会有右子树。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可以给一道现场题：一棵二叉树的右子树非空，说明原来的森林至少有几棵树？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答案：至少两棵。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可以问一句：为什么 ADT 里没有「取第 k 个孩子」？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因为那会承诺一个这套存储给不了的代价。ADT 该说的是能做什么、代价多少，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而不是把所有想得到的运算都列上。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注意树没有「中序」——根只有一个位置可放（最前或最后），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因为孩子不止两个，没有「中间」可言。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两个函数都要同步维护三条链接：parent、child、sibling。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少维护一条，父树里就留下悬垂指针。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注意 insert_next 里 next-&gt;parent = node-&gt;parent——兄弟共享父结点。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这是最容易写错的一行。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顺序不能反：必须先把结点从「父亲的孩子链」或「根的兄弟链」上摘下来，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才能销毁它。反过来做，父树里就留下一根指向已释放内存的指针。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那个 Node** link 的手法和第 5 章 BST 插入是同一个：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它指向「这个结点是被谁指着的」，于是「是长子」和「是某个兄弟」写成同一段代码。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为什么能把深度限制在 O(log n)：每次合并树高最多加 1，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而元素个数至少翻倍，所以任何结点的深度最多增加 log n 次。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别和「按秩合并」混了：按秩比的是树高，按重量比的是元素个数。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两者复杂度同阶，但在同一组等价对上会长出形状不同的树。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本书按原书口径用重量——课程习题按这个口径出题，换成按秩就对不上答案。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原书这段代码在 ltag==1 分支里直接 aStack.top()，没有判空。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标志位不自洽的输入（比如两个结点都说「没孩子、没兄弟」）会让它对空栈取顶，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那是未定义行为。本书判空并抛异常，另加一条「末结点仍声称有孩子」的收尾检查。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顺带一提：这条清单此前被台账认领却根本没有实现，2026-08-16 对照课程课件时发现的。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100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100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7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8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9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0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419286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7813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一般树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：每个结点可以有任意多个孩子。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273361"/>
            <a:ext cx="11058144" cy="1481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6.1 定义、森林与二叉树的等价转换、周游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6.2 链式存储：四种表示法 + 并查集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6.3 顺序存储：四种表示法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6.4 K 叉树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0548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同一棵树，存法不同，能高效做的运算就不同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6.1.1 树与森林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1 树形表示法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910012" y="1271651"/>
            <a:ext cx="4371975" cy="3446145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743196"/>
            <a:ext cx="11058144" cy="2584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2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 树形表示法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5090541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树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：n 个结点的有限集合，有一个根，其余分成互不相交的子树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森林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：m 棵互不相交的树的集合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88200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把一棵树的根去掉，剩下的就是森林——这个观察后面反复用到。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6.1.2 森林与二叉树可以互相转换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5 森林和对应的二叉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64356"/>
            <a:ext cx="11058144" cy="331744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604151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6.5 森林和对应的二叉树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881773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规则只有两条：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5229570"/>
            <a:ext cx="11058144" cy="651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结点的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第一个孩子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→ 二叉树的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左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孩子</a:t>
            </a:r>
          </a:p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结点的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下一个兄弟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→ 二叉树的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右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孩子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926058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这就是「左子/右兄」表示法。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转换的两个方向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6.3 森林转换为二叉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60683"/>
            <a:ext cx="11058144" cy="373099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22670"/>
            <a:ext cx="11058144" cy="3052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5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图6.3 森林转换为二叉树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89890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森林 → 二叉树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：连兄弟、留长子、旋转 45 度。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825581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二叉树 → 森林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：反过来做。任何二叉树都能转回唯一的森林。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6.1.3 树的 ADT：对外有哪些运算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510979"/>
          <a:ext cx="11058144" cy="2663528"/>
        </p:xfrm>
        <a:graphic>
          <a:graphicData uri="http://schemas.openxmlformats.org/drawingml/2006/table">
            <a:tbl>
              <a:tblPr firstRow="1"/>
              <a:tblGrid>
                <a:gridCol w="1199364"/>
                <a:gridCol w="3598094"/>
                <a:gridCol w="626068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干什么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</a:t>
                      </a: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上的名字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建根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用一个值建出根结点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GeneralTree::create_root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插入长子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在某结点下插入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第一个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孩子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GeneralTree::insert_first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插入兄弟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在某结点旁插入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下一个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兄弟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GeneralTree::insert_next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问父亲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取某结点的父结点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GeneralTree::parent_of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删子树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摘掉一棵子树并销毁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GeneralTree::delete_subtree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周游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先根 / 后根 / 层次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preorder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postorder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breadth_first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29007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「插入长子」和「插入兄弟」这一对，就是「左子/右兄」在接口上的样子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一般树没有「第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个孩子」这种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运算，孩子只能顺兄弟链走。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15255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原书【代码6.1】【代码6.2】只给出声明。本书把这些运算直接写在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GeneralTree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上， 不再另设一个空的抽象基类。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6.1.4 树的周游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1843024"/>
                <a:gridCol w="6450584"/>
                <a:gridCol w="276453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周游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对应二叉树的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先根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先访问根，再依次周游各棵子树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前序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后根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先依次周游各棵子树，再访问根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广度优先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一层一层，用队列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层次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64977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「按先根次序周游树」等于「对应二叉树的前序周游」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这是上一页那个转换的直接推论。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先根与后根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78486"/>
            <a:ext cx="11058144" cy="209003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code/ch06/general_tree/modern.hpp#fn:pre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template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class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Visitor&gt;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pre(Node* node, Visitor&amp; visitor)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(; node !=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node = node-&gt;sibling)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visitor(node-&gt;value);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pre(node-&gt;child, visitor);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3584341"/>
            <a:ext cx="11058144" cy="209003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code/ch06/general_tree/modern.hpp#fn:post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template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class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Visitor&gt;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post(Node* node, Visitor&amp; visitor)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(; node !=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node = node-&gt;sibling)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post(node-&gt;child, visitor);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visitor(node-&gt;value);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3228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两个函数只差 </a:t>
            </a:r>
            <a:r>
              <a:rPr lang="zh-CN" sz="205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visitor(node-&gt;value)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那一行的位置—— 和第 5 章的三种周游是同一个套路。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6.2 链式存储：四种表示法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3201558"/>
                <a:gridCol w="4910365"/>
                <a:gridCol w="1473109"/>
                <a:gridCol w="147311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表示法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结点里存什么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找孩子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找父亲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子结点表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一张孩子链表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指针数组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固定长的孩子指针数组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静态左子/右兄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数组下标表示两条链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动态左子/右兄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两根指针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父指针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一根指向父亲的指针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没有哪种都快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——最后两行是本章要展开的两个。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子结点表：为什么不够用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6.6 以「子结点表」表示法实现图6.1中的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436657" y="1235424"/>
            <a:ext cx="7318686" cy="435294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604115"/>
            <a:ext cx="11058144" cy="1776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7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图6.6 以「子结点表」表示法实现图6.1中的树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13220"/>
            <a:ext cx="11058144" cy="189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1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每个结点挂一条孩子链表。找孩子很快。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6034636"/>
            <a:ext cx="11058144" cy="189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1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但找父亲要扫遍全表</a:t>
            </a:r>
            <a:r>
              <a:rPr lang="zh-CN" sz="111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——而且每个结点的孩子数不定， 数组要么浪费要么不够。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6.2.4 动态「左子/右兄」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5964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结点只留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两根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指针：第一个孩子、下一个兄弟。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34937"/>
            <a:ext cx="11058144" cy="220748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code/ch06/general_tree/modern.hpp#fn:insert_first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Node* insert_first(Node* parent,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(parent ==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"parent must not be null"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node 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Node(value);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node-&gt;sibling = parent-&gt;child;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node-&gt;parent = parent;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parent-&gt;child =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931828"/>
            <a:ext cx="11058144" cy="220748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code/ch06/general_tree/modern.hpp#fn:insert_next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Node* insert_next(Node* node,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T&amp;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"node must not be null"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 next 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Node(value);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next-&gt;sibling = node-&gt;sibling;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next-&gt;parent = node-&gt;parent;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node-&gt;sibling = 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next;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删子树：先脱开，再销毁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53647"/>
            <a:ext cx="11058144" cy="4752685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4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code/ch06/general_tree/modern.hpp#fn:delete_subtree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delete_subtree(Node*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==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Node** link = node-&gt;parent ==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? &amp;root_ : &amp;node-&gt;parent-&gt;child;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(*link !=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*link !=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link = &amp;(*link)-&gt;sibling;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(*link != node)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464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"node is not part of this tree"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*link = node-&gt;sibling;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node-&gt;sibling =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destroy(node);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33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6.2.5 父指针表示法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10 父指针表示法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82579" y="1629471"/>
            <a:ext cx="9026842" cy="1838801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501292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6.10 父指针表示法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88959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每个结点只存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一根指向父亲的指针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403385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找父亲、找祖先：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快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找孩子：得扫遍全表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43228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看着很废——但它恰好匹配一类问题：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判断两个元素在不在同一个集合里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并查集：等价类问题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3861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关系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R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是等价关系，当且仅当满足：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1596750"/>
            <a:ext cx="11058144" cy="11887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自反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(x,x) ∈ R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对称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(x,y) ∈ R ⇒ (y,x) ∈ R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传递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(x,y),(y,z) ∈ R ⇒ (x,z) ∈ R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2839868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元素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x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的等价类是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[x]_R = {y ∈ S:(x,y) ∈ R}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所有等价类互不相交，合起来正好划分全集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S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221990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给定若干等价偶对，处理过程只有三步：</a:t>
            </a:r>
          </a:p>
        </p:txBody>
      </p:sp>
      <p:sp>
        <p:nvSpPr>
          <p:cNvPr id="8" name="要点"/>
          <p:cNvSpPr txBox="1"/>
          <p:nvPr/>
        </p:nvSpPr>
        <p:spPr>
          <a:xfrm>
            <a:off x="566928" y="3644879"/>
            <a:ext cx="11058144" cy="11887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spcBef>
                <a:spcPts val="539"/>
              </a:spcBef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1. 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每个元素先是一个单独集合；</a:t>
            </a:r>
          </a:p>
          <a:p>
            <a:pPr marL="0" indent="0" lvl="0">
              <a:lnSpc>
                <a:spcPct val="100000"/>
              </a:lnSpc>
              <a:spcBef>
                <a:spcPts val="539"/>
              </a:spcBef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2.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找到元素所在集合的代表根；</a:t>
            </a:r>
          </a:p>
          <a:p>
            <a:pPr marL="0" indent="0" lvl="0">
              <a:lnSpc>
                <a:spcPct val="100000"/>
              </a:lnSpc>
              <a:spcBef>
                <a:spcPts val="539"/>
              </a:spcBef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 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两个根不同就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union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，把两个集合归并。</a:t>
            </a:r>
          </a:p>
        </p:txBody>
      </p:sp>
      <p:pic>
        <p:nvPicPr>
          <p:cNvPr id="9" name="图 6.11 集合的表示方法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198769" y="4942353"/>
            <a:ext cx="3794461" cy="988982"/>
          </a:xfrm>
          <a:prstGeom prst="rect">
            <a:avLst/>
          </a:prstGeom>
        </p:spPr>
      </p:pic>
      <p:sp>
        <p:nvSpPr>
          <p:cNvPr id="10" name="图注"/>
          <p:cNvSpPr txBox="1"/>
          <p:nvPr/>
        </p:nvSpPr>
        <p:spPr>
          <a:xfrm>
            <a:off x="566928" y="5958513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6.11 集合的表示方法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并查集：等价类问题（续）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给一堆等价对 (A,B)、(C,K)、…，要能回答「x 和 y 同类吗」。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find(x)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：沿父指针一路走到根，根就是这个集合的代表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unite(x, y)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：把一棵树的根挂到另一棵的根下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48884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只用到「往上走」，所以父指针表示法正好。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朴素做法会退化成一条链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12 合并操作的一个极端情况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762010"/>
            <a:ext cx="11058144" cy="2652156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447186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6.12 合并操作的一个极端情况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83548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每次都把 B 挂到 A 下面，n 次合并之后树高 n，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退化成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29974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原书给了两条改进，本书都实现了。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改进一：重量权衡合并规则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42961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看两个集合的元素个数，令含元素少的树根指向含元素多的根。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707992"/>
            <a:ext cx="11058144" cy="445111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code/ch06/general_tree/modern.hpp#fn:unite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unite(std::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left, 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right)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left = find(left);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right = find(right);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(left == right)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已经同类：幂等的可预期失败（D-001 §3c）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重量权衡：小树挂到大树下。并列时把**值大的根**挂到值小的根下——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原书没有规定并列怎么办，这个口径取自课程第 6 章习题 8 的原话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「当两棵树规模同样大时，使结点值较大的根结点作为值较小的根结点的子结点」，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这样书里的实现能直接用来核对那道题的答案。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(size_[left] &lt; size_[right] || (size_[left] == size_[right] &amp;&amp; left &gt; right))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std::swap(left, right);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parent_[right] = left;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size_[left] += size_[right];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改进二：路径压缩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13 路径压缩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844180"/>
            <a:ext cx="11058144" cy="341633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293537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6.13 路径压缩示例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改进二：路径压缩（续）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618818"/>
            <a:ext cx="11058144" cy="289560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code/ch06/general_tree/modern.hpp#fn:find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find(std::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(index &gt;= parent_.size())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560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"disjoint-set index"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(parent_[index] != 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parent_[index] = find(parent_[index]);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【算法6.9】路径压缩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parent_[index];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58045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在返回根之前，把沿途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每个结点的父指针都直接改成根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04471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两条改进合起来，m 次操作的摊还代价是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O(m α(n))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α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是反 Ackermann 函数，实际中不超过 5。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6.3 顺序存储：四种表示法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树也可以压成一个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线性序列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存到文件里。关键是： 序列本身丢掉了结构，要靠附加信息把结构恢复出来。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874670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053571"/>
                <a:gridCol w="700457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表示法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每个结点附加什么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带右链的先根次序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一个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rlink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下标 + 一个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ltag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带双标记的先根次序（历史编码）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ltag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+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rtag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两位信息；普通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bool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不保证各占 1 bit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带度数的后根次序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这个结点有几个孩子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带双标记的层次次序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ltag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+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rtag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，但按层排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带双标记的先根次序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32865"/>
            <a:ext cx="11058144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“带双标记”是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历史编码概念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：适合作为早期教材中的位级压缩案例，不是现代树库的主流接口。工程实现通常选择 LOUDS、平衡括号或其他 succinct tree 编码。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996313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这是经典顺序编码，今天主要用于理解树的序列化；工程中的紧凑树通常会考虑 LOUDS 或平衡括号编码。</a:t>
            </a:r>
          </a:p>
        </p:txBody>
      </p:sp>
      <p:pic>
        <p:nvPicPr>
          <p:cNvPr id="6" name="图6.14 带右链的先根次序表示法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678555" y="2404237"/>
            <a:ext cx="4834890" cy="1800225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566928" y="4229862"/>
            <a:ext cx="11058144" cy="2584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2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图6.14 带右链的先根次序表示法</a:t>
            </a:r>
          </a:p>
        </p:txBody>
      </p:sp>
      <p:sp>
        <p:nvSpPr>
          <p:cNvPr id="8" name="代码"/>
          <p:cNvSpPr txBox="1"/>
          <p:nvPr/>
        </p:nvSpPr>
        <p:spPr>
          <a:xfrm>
            <a:off x="566928" y="4589907"/>
            <a:ext cx="11058144" cy="82296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先根次序   A  B  C  E  F  D  G  H  J  I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ltag       0  1  0  1  1  1  0  0  1  1     0 = 有孩子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rtag       0  0  0  0  1  1  1  0  1  1     0 = 有下一个兄弟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566928" y="5463667"/>
            <a:ext cx="11058144" cy="612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光靠这三行就能把链恢复出来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，靠的是先根次序的一条性质： 任何结点的子树都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紧跟在它后面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，子树排完才轮到它的下一个兄弟。</a:t>
            </a:r>
          </a:p>
        </p:txBody>
      </p:sp>
      <p:sp>
        <p:nvSpPr>
          <p:cNvPr id="10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1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重建：用一把栈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「谁是某个结点的右兄弟」要等它整棵子树扫完才知道——用栈记着：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扫每个结点: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rtag == 0 (还有下一个兄弟)  -&gt;  把它压栈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建一个新结点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ltag == 0 (有孩子)          -&gt;  新结点就是它的长子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ltag == 1 (没孩子, 子树到头) -&gt;  弹一个出来, 新结点是那个的右兄弟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完整实现是原书【算法6.10】，见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code/ch06/general_tree/modern.hpp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6.4 K 叉树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6.18 满 3 叉树与完全 3 叉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34265"/>
            <a:ext cx="11058144" cy="2517301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3782554"/>
            <a:ext cx="11058144" cy="3052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5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6.18 满 3 叉树与完全 3 叉树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149774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二叉树的自然推广：每个结点最多 K 个孩子，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而且孩子的位置有区分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585465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完全 K 叉树同样可以按层次编号进数组：</a:t>
            </a:r>
          </a:p>
        </p:txBody>
      </p:sp>
      <p:sp>
        <p:nvSpPr>
          <p:cNvPr id="8" name="代码"/>
          <p:cNvSpPr txBox="1"/>
          <p:nvPr/>
        </p:nvSpPr>
        <p:spPr>
          <a:xfrm>
            <a:off x="566928" y="5083132"/>
            <a:ext cx="11058144" cy="70689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i 的第 j 个孩子   K*i + j + 1      (j = 0 .. K-1)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i 的父亲          (i - 1) / K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566928" y="5852000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11 章的 B 树、B+ 树就是 K 叉树的一种。</a:t>
            </a:r>
          </a:p>
        </p:txBody>
      </p:sp>
      <p:sp>
        <p:nvSpPr>
          <p:cNvPr id="10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1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课堂讲解卡：森林、二叉树与并查集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左孩子右兄弟把“任意多个孩子”编码成两个指针；并查集则把树的父指针用于维护等价类，而不是表达遍历顺序。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课堂例题：合并三个集合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先执行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union(1,2)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union(3,4)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union(2,3)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，画出父指针变化；再执行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find(4)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，比较路径压缩前后的链长。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课堂例题答案：并查集合并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先得到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{1,2}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{3,4}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，再把两个代表合并。按大小合并时小树根挂到大树根；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find(4)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返回同一代表并压缩沿途路径。路径压缩只改变父指针，不改变集合划分。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森林转换为二叉树时，右指针表示什么？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为什么按大小合并能避免树高线性增长？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路径压缩改变了哪些父指针，是否改变集合语义？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双标记表示法解决了什么空间问题，现代替代方案是什么？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33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左指针是第一个孩子，右指针是下一个兄弟。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按大小合并限制树高，路径压缩降低后续 find 代价。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路径压缩不改变等价类语义。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双标记利用空链接记录遍历信息；现代可用 LOUDS、平衡括号等编码。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33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状态演算：左孩子右兄弟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一般树结点 A 的孩子为 B、C、D：左指针 A→B，B 的右指针→C，C 的右指针→D；D 的右指针再接 A 的下一个兄弟。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33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反例：把右指针当第二个孩子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右指针表示兄弟，不是第二个孩子。若把它当孩子，先根遍历会重复或漏掉整棵子树。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课堂练习：把根 R 的孩子 X、Y 和 X 的孩子 Z 写成二叉链接。答案：R.left=X，X.right=Y，X.left=Z。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33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语言分工：本章为什么以 C++ 为主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左孩子右兄、父指针、双标记和并查集都在观察链接布局与结构不变量；本章没有把它们包装成 Python 容器，以免隐藏表示法本身。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一般树的问题可以通过「左子/右兄」搬到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二叉树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上解决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先根周游 = 对应二叉树的前序；后根周游 = 中序；树没有中序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存法决定能高效做什么：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子结点表找孩子快，父指针找祖先快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并查集用父指针 +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重量权衡合并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+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路径压缩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，摊还近似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顺序存储要靠附加标志位把结构恢复出来；重建时用栈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 叉树是二叉树的推广，完全 K 叉树同样能进数组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33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774255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code/ch06/general_tree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31090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故意改坏一处，看哪条断言变红：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2824697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insert_next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里把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next-&gt;parent = node-&gt;parent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= node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delete_subtree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里先销毁再脱链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unite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改成按秩合并（比树高而不是比元素个数）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重建算法里把「扫到没有孩子才弹栈」改成「每个结点都弹」</a:t>
            </a:r>
          </a:p>
        </p:txBody>
      </p:sp>
      <p:sp>
        <p:nvSpPr>
          <p:cNvPr id="7" name="引用线"/>
          <p:cNvSpPr/>
          <p:nvPr/>
        </p:nvSpPr>
        <p:spPr>
          <a:xfrm>
            <a:off x="566928" y="4882501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引用"/>
          <p:cNvSpPr txBox="1"/>
          <p:nvPr/>
        </p:nvSpPr>
        <p:spPr>
          <a:xfrm>
            <a:off x="694944" y="4882501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第三条会让「规模 3 的集合与规模 2 的集合合并、根应是前者」那条断言变红—— 两种规则长出的树形状不同。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第6章 树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33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第6章 树</dc:title>
  <dc:creator>dsa-modernization</dc:creator>
  <cp:revision>1</cp:revision>
</cp:coreProperties>
</file>