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可以给个数量级：大矩阵上，按行遍历和按列遍历的耗时可以差几倍到十几倍，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而两者的渐进复杂度完全一样。这又是「渐进分析不是全部」的例子。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「十字」就是指每个结点有两根指针：右指针连同一行的下一个，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下指针连同一列的下一个。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代价：按行遍历和按列遍历都是 O(该行/列的非零数)，很快；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但随机访问 a[i][j] 要沿链走，不再是 O(1)。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这就是 shared_ptr 的原理。但本书手写它，因为 12.2 的教学点正是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「共享的存储怎么管」——用 shared_ptr 就把这一节删掉了。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引用计数有个著名的软肋：收不回环。C = (a, C) 这种递归表，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引用计数永远不会归零。所以才有下一节的标记-清扫。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适用前提是结点大小固定——这样任何一个空闲结点都能满足任何一次分配，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不需要挑，也不会产生碎片。下一页讲大小不定时怎么办。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边界标识法（boundary tag）：在每块的头尾各放一个标记，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这样释放时可以 O(1) 地看到左右邻居是不是空闲。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本书的 BoundaryAllocator 就是它。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两个阶段：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 标记：从根集合出发做一次可达性遍历，把能到的都打上标记；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 清扫：扫一遍全部结点，没标记的回收，标记的清掉标记等下一轮。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代价：清扫要扫全堆，而且通常要停下程序（stop-the-world）。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好处：环能被回收，因为环上的结点从根不可达。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这就是 Java/Go 垃圾回收的最基本形态。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Trie 的代价：分支因子大时（比如 26 个字母）结点极其臃肿，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而且大量结点只有一个孩子（长的公共后缀）。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两条改进：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 只用 0/1 分支（二叉 Trie），把字符按位拆开；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 把「只有一个孩子」的链压成一个结点——这就是 PATRICIA。</a:t>
            </a:r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插入后若失衡，只需在最低的失衡结点上做一次旋转（单旋或双旋）即可修复，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O(1) 次旋转。删除可能需要一路旋转到根，O(log n) 次。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四种情形：LL 右单旋、RR 左单旋、LR 先左后右、RL 先右后左。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可以在黑板上画一遍 LL 和 LR，另外两种对称。</a:t>
            </a:r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额外好处：刚访问过的元素在根附近，天然适合有局部性的访问模式——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这一点 AVL 给不了。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实现见 code/ch12/balanced_trees/modern.hpp 的 splay。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100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597848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3094799"/>
            <a:ext cx="11058144" cy="1481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12.1 多维数组：特殊矩阵、稀疏矩阵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12.2 广义表与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存储管理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12.3 Trie 与 Patricia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12.4 改进的二叉搜索树：最佳 BST、AVL、伸展树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626927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这一章的共同点：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都是在前面某个结构上，为一类特定需求做的改造。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37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12.1.1 多维数组怎么存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二维数组要压成一维，两种次序：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行优先:  a[i][j] 的偏移 = i * n + j        C/C++ 用这个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列优先:  a[i][j] 的偏移 = j * m + i        Fortran 用这个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8254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这不只是约定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：按行遍历一个行优先数组是顺序访存， 按列遍历就是每次跨 n 个元素——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缓存命中率天差地别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37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三维数组地址：逐维算贡献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79242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 A[2][3][4]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A[1][2][3]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322724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1768359"/>
                <a:gridCol w="1768359"/>
                <a:gridCol w="3984704"/>
                <a:gridCol w="3536722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下标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后续维乘积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元素偏移贡献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 × 4 = 12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4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8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合计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endParaRPr lang="zh-CN" sz="1755"/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endParaRPr lang="zh-CN" sz="1755"/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34081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若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占 4 字节，字节偏移是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23 × 4 = 92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805075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霍纳写法：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((1 * 3 + 2) * 4 + 3) * 4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定位前仍要逐维检查边界；公式不会替程序发现越界。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37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12.1.2 特殊矩阵：只存有用的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12.1 上三角矩阵和下三角矩阵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858270" y="1363318"/>
            <a:ext cx="8475459" cy="3137020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527516"/>
            <a:ext cx="11058144" cy="27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337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12.1 上三角矩阵和下三角矩阵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855122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对称矩阵、三角矩阵有大量重复或恒为常数的元素。 只存一半，用一个下标映射函数找回来：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5291600"/>
            <a:ext cx="11058144" cy="4229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下三角 (i &gt;= j):   偏移 = i*(i+1)/2 + j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768896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空间从 </a:t>
            </a:r>
            <a:r>
              <a:rPr lang="zh-CN" sz="192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n²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降到 </a:t>
            </a:r>
            <a:r>
              <a:rPr lang="zh-CN" sz="192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n(n+1)/2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</a:t>
            </a: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代价是每次访问多算一次下标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37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12.1.3 稀疏矩阵：十字链表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12.2 稀疏矩阵的十字链表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957333" y="1215414"/>
            <a:ext cx="4277334" cy="2817608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049786"/>
            <a:ext cx="11058144" cy="1861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8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12.2 稀疏矩阵的十字链表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269432"/>
            <a:ext cx="11058144" cy="20217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非零元素极少时，只存非零元。每个结点同时挂在</a:t>
            </a:r>
            <a:r>
              <a:rPr lang="zh-CN" sz="118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行链</a:t>
            </a: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和</a:t>
            </a:r>
            <a:r>
              <a:rPr lang="zh-CN" sz="118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列链</a:t>
            </a: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上。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4538661"/>
            <a:ext cx="11058144" cy="170590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00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code/ch12/sparse_matrix/modern.hpp#fn:get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[[nodiscard]] </a:t>
            </a:r>
            <a:r>
              <a:rPr lang="zh-CN" sz="79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get(std::</a:t>
            </a:r>
            <a:r>
              <a:rPr lang="zh-CN" sz="79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row, std::</a:t>
            </a:r>
            <a:r>
              <a:rPr lang="zh-CN" sz="79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col)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check(row, col);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Node* p = row_heads_[row]; p !=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&amp;&amp; p-&gt;col &lt;= col; p = p-&gt;right)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++steps_;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(p-&gt;col == col)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p-&gt;value;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79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</a:t>
            </a:r>
            <a:r>
              <a:rPr lang="zh-CN" sz="79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没有存的位置就是零，不是错误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37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十字链表：一次更新维护两条链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783564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十字链表（orthogonal list）是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历史教材表示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；工程中还常用 COO、CSR、CSC，后者连续存储、缓存局部性更好。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64604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非零元：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(0,1,8)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(0,4,2)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(2,1,5)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(3,3,7)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graphicFrame>
        <p:nvGraphicFramePr>
          <p:cNvPr id="6" name="表"/>
          <p:cNvGraphicFramePr>
            <a:graphicFrameLocks noGrp="1"/>
          </p:cNvGraphicFramePr>
          <p:nvPr/>
        </p:nvGraphicFramePr>
        <p:xfrm>
          <a:off x="566928" y="3176347"/>
          <a:ext cx="11058144" cy="1522016"/>
        </p:xfrm>
        <a:graphic>
          <a:graphicData uri="http://schemas.openxmlformats.org/drawingml/2006/table">
            <a:tbl>
              <a:tblPr firstRow="1"/>
              <a:tblGrid>
                <a:gridCol w="2381332"/>
                <a:gridCol w="3024566"/>
                <a:gridCol w="1601241"/>
                <a:gridCol w="3024566"/>
                <a:gridCol w="1026439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操作后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0 行链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2 行链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1 列链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t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初始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(0,1,8)→(0,4,2)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(2,1,5)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(0,1,8)→(2,1,5)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4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覆盖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(0,1,9)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(0,1,9)→(0,4,2)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(2,1,5)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(0,1,9)→(2,1,5)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4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删除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(2,1)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(0,1,9)→(0,4,2)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(0,1,9)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正文"/>
          <p:cNvSpPr txBox="1"/>
          <p:nvPr/>
        </p:nvSpPr>
        <p:spPr>
          <a:xfrm>
            <a:off x="566928" y="481393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覆盖不能增加非零元数；删除必须从行链、列链各摘一次。 只改一条链，两个方向看到的就不再是同一个矩阵。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37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12.2.1 广义表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表里的元素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可以是原子，也可以是另一张表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A = ()              空表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B = (a, (b, c))     第二个元素是子表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C = (a, C)          递归表!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551986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树是广义表的特例（子表不共享、不递归）。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广义表允许共享和递归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——所以它不能用简单的递归析构。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41446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现代对应物包括嵌套对象、共享 DAG、AST 和循环对象图；“广义表”是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历史/经典教材术语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，主要用来理解这些现代结构。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37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12.2.2 共享带来的问题：什么时候能删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48244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一张子表可能被多张表引用。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谁负责释放？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012747"/>
            <a:ext cx="11058144" cy="343448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code/ch12/gen_list/modern.hpp#fn:release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release(GenNode* node)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noexcept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计数归零才真正删除；共享的子表因此只会被删一次。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 !=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&amp;&amp; --node-&gt;refs ==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GenNode*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head = node-&gt;head;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GenNode*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tail = node-&gt;tail;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表尾用循环走，长表不会把栈压穿；表头递归，深度由嵌套层数决定。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release(head);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node = tail;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51327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答案：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引用计数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。每被引用一次加一，释放一次减一，减到 0 才真删。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37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12.2.3 可利用空间表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896847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“可利用空间表”是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经典教材术语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，即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free list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；固定大小对象的工程实现还常称 arena、pool 或 slab allocator。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75932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系统的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/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太通用也太慢。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固定大小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的结点可以自己管：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3289630"/>
            <a:ext cx="11058144" cy="12789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把释放的结点串成一条链  -&gt;  「可利用空间表」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分配: 从链头摘一个       O(1), 不回到系统分配器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释放: 挂回链头           O(1)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链空了才向系统要一批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63461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这就是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对象池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。代价：内存不还给系统。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09887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实现见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code/ch12/optimal_bst/modern.hpp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ReusableNodePool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37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可利用空间表：句柄怎样复用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80128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容量为 3 的槽池：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331582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3586425"/>
                <a:gridCol w="1724242"/>
                <a:gridCol w="1724242"/>
                <a:gridCol w="1724242"/>
                <a:gridCol w="2298993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动作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槽 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槽 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槽 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下一可用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初始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acquire(A)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acquire(B)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release(0)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acquire(C)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C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73017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旧句柄 0 在归还时已经失效；后来同值句柄代表新的占用期。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19443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release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必须先检查槽位确实被占用，否则重复归还会让空闲栈出现两个 0。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37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变长块的分配策略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18892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块大小不定时，从空闲块里挑哪一个？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1655370"/>
          <a:ext cx="11058144" cy="1297672"/>
        </p:xfrm>
        <a:graphic>
          <a:graphicData uri="http://schemas.openxmlformats.org/drawingml/2006/table">
            <a:tbl>
              <a:tblPr firstRow="1"/>
              <a:tblGrid>
                <a:gridCol w="1638243"/>
                <a:gridCol w="3686048"/>
                <a:gridCol w="5733853"/>
              </a:tblGrid>
              <a:tr h="324418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策略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做法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特点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24418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首次适配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从头找第一个够大的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快；小碎片堆在前端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418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最佳适配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找最接近的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省空间；产生大量极小碎片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418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最差适配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找最大的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444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剩下的块还够用；大块很快耗尽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代码"/>
          <p:cNvSpPr txBox="1"/>
          <p:nvPr/>
        </p:nvSpPr>
        <p:spPr>
          <a:xfrm>
            <a:off x="566928" y="3102521"/>
            <a:ext cx="11058144" cy="308421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code/ch12/memory_allocator/modern.hpp#fit-strategies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从空闲区里挑哪一块，原书 12.2.3 给了三种经典策略：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| 策略 | 挑哪块 | 后果 |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| --- | --- | --- |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| 首次适应 First | 从头扫，第一块够大的就用 | 最快；小碎片会在低地址堆积 |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| 最佳适应 Best | 刚好够用的**最小**块 | 省下的大块留着；剩下的碎片最碎 |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| 最坏适应 Worst | 当前**最大**的块 | 剩下的还大到能再用；大块很快被拆光 |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三者只在「挑哪一块」这一步不同，分裂与合并完全一样。判断实现有没有写对，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唯一的办法是造一组**大小不同的空闲块**，看三种策略是不是挑了不同的那一块——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只在一块空闲区上测，三种策略的结果必然相同，那样的测试等于没写。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enum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class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Fit { First, Best, Worst };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37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释放：相邻空闲块要合并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446784"/>
            <a:ext cx="11058144" cy="3703929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code/ch12/memory_allocator/modern.hpp#fn:coalesce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与左右两侧的空闲块合并。**先合右再合左**：先处理右边，左边的下标才不会失效。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不合并的话，外部碎片只会越积越多——这是本节的正题。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coalesce(std::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index)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(index +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&lt; blocks_.size() &amp;&amp; blocks_[index +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].free)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blocks_[index].size += blocks_[index +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].size;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blocks_.erase(blocks_.begin() +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ptrdiff_t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&gt;(index) +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(index &gt;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&amp;&amp; blocks_[index -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].free)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blocks_[index -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].size += blocks_[index].size;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blocks_.erase(blocks_.begin() +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ptrdiff_t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&gt;(index));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21675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不合并的话，一段连续内存会被切成越来越多的小块， 最后「总空闲量很大，却分配不出一个中等块」——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外部碎片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37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12.2.4 标记-清扫：收回环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70696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引用计数收不回环。另一条路：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从根出发，能到达的都是活的，其余全收。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654144"/>
            <a:ext cx="11058144" cy="448738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code/ch12/storage_recovery/modern.hpp#fn:mark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标记阶段用**显式栈**，不用递归——对象图可以很深，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而 GC 恰恰是在内存吃紧时跑的，那时最不该再去吃调用栈（D-001 §2b 同一个判据）。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mark(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std::vector&lt;Node*&gt;&amp; roots)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std::vector&lt;Node*&gt; pending;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(Node* root : roots)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(root !=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&amp;&amp; !root-&gt;marked)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root-&gt;marked =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pending.push_back(root);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(!pending.empty())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Node* node = pending.back();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pending.pop_back();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(Node* next : node-&gt;edges)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(next !=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&amp;&amp; !next-&gt;marked)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next-&gt;marked =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先标记再入栈：环不会让这里转不出来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pending.push_back(next);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37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标记-清扫：无根环也能收回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根集只有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 → A → B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，另有无根环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 → D → C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1689125"/>
                <a:gridCol w="2252167"/>
                <a:gridCol w="1689125"/>
                <a:gridCol w="5427727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阶段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待处理栈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已标记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动作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放入根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根先标记再入栈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弹出 A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A、B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沿边发现 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弹出 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A、B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标记结束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清扫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A、B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保留 A、B；回收 C、D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49453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判生死的是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从根可达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，不是入度或引用数。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95880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一定要先标记再入栈，环与菱形共享才不会反复压入同一结点。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37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12.3 Trie：按字符分层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1300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不比较整个键，而是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一层一个字符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往下走。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743304"/>
            <a:ext cx="11058144" cy="3973372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插入 do, dog, dozen: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root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|d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(d)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|o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(o)*         &lt;- do 到此结束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/   \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g/     \z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(g)*     (z)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|e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(e)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|n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(n)*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78271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查找代价只与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键的长度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有关，与集合大小无关。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37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最长前缀匹配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78204"/>
            <a:ext cx="11058144" cy="4346448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93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code/ch12/trie/modern.hpp#trie-longest-prefix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最长前缀匹配：走到走不动为止，回退到最近的词尾。IP 路由查表就是这个动作。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[[nodiscard]] std::string longest_prefix_of(std::string_view text)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Node* node = &amp;root_;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best =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 =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 text.size();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(!is_letter(text[i]))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break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Node* next = node-&gt;children[index_of(text[i])].get();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(next ==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break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node = 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(node-&gt;terminal)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best = i +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std::string(text.substr(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best));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775452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走不动就回退到最近一个词尾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——路由表的最长前缀匹配就是这个。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37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Patricia：把单孩子链压掉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45428"/>
            <a:ext cx="11058144" cy="409773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code/ch12/trie/modern.hpp#patricia-bits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bit_of(std::string_view key, 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index)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noexcept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byte = index /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8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(byte &gt;= key.size())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false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越过关键码长度，一律读 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auto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 =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unsigned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&gt;(key[byte]);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((value &gt;&gt; (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7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- index %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8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)) &amp;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1U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!=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optional_bit first_differing_bit(std::string_view a, std::string_view b)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longest = a.size() &gt; b.size() ? a.size() : b.size();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bits = (longest +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*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8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+1 让「一个是另一个的前缀」也能分开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 bits;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(bit_of(a, i) != bit_of(b, i))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i};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{};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490911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每个内部结点记「从第几位开始不同」，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直接跳过公共前缀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826607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结点数从「键的总长度」降到「键的个数」。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37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12.4.1 最佳二叉搜索树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69773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如果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预先知道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每个键的访问频率，可以让高频键离根更近。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16199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这是一道典型的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动态规划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2692299"/>
            <a:ext cx="11058144" cy="12789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c[i][j] = 键 i..j 构成的子树的最小代价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c[i][j] = min over k in [i,j] (  c[i][k-1] + c[k+1][j]  ) + w[i..j]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       左子树       右子树      这段的总频率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03727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最后那项 </a:t>
            </a:r>
            <a:r>
              <a:rPr lang="zh-CN" sz="2340" dirty="0" b="1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w[i..j]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最难想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：子树整体下沉一层， 里面每个键的深度都加 1，总代价就加上它们的频率之和。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899761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O(n³)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，可用四边形不等式优化到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O(n²)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实现见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code/ch12/optimal_bst/modern.hpp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37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最佳 BST：最后一格怎样得到 57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49749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教材权重表的关键区间：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027798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2466399"/>
                <a:gridCol w="2601916"/>
                <a:gridCol w="3957080"/>
                <a:gridCol w="2032749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区间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总权 </a:t>
                      </a:r>
                      <a:r>
                        <a:rPr lang="zh-CN" sz="1755" dirty="0" b="1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w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最优代价 </a:t>
                      </a:r>
                      <a:r>
                        <a:rPr lang="zh-CN" sz="1755" dirty="0" b="1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c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[0,1]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[2,4]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19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[0,3]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24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43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[1,4]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40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[0,4]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28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57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42639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整段选根 2：</a:t>
            </a:r>
          </a:p>
        </p:txBody>
      </p:sp>
      <p:sp>
        <p:nvSpPr>
          <p:cNvPr id="7" name="公式"/>
          <p:cNvSpPr txBox="1"/>
          <p:nvPr/>
        </p:nvSpPr>
        <p:spPr>
          <a:xfrm>
            <a:off x="566928" y="4973203"/>
            <a:ext cx="11058144" cy="4424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260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c[0][1]+c[2][4]+w[0][4] = 10+19+28 = 57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49822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区间从短到长计算，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root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表随后负责重建树形。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37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12.4.2 AVL 树：靠旋转维持平衡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19775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BST 最坏会退化成一条链。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AVL 的约束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：任何结点左右子树高度差不超过 1。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603223"/>
            <a:ext cx="11058144" cy="1175308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code/ch12/balanced_trees/modern.hpp#fn:balance_factor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/// 平衡因子：右子树高 − 左子树高。绝对值超过 1 就要旋转。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balance_factor(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std::unique_ptr&lt;Node&gt;&amp; node)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 ? height_of(node-&gt;right) - height_of(node-&gt;left) :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2874035"/>
            <a:ext cx="11058144" cy="3318418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code/ch12/balanced_trees/modern.hpp#fn:rotate_left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std::unique_ptr&lt;Node&gt; rotate_left(std::unique_ptr&lt;Node&gt; 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auto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y = std::move(x-&gt;right);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x-&gt;right = std::move(y-&gt;left);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refresh(x.get());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y-&gt;left = std::move(x);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refresh(y.get());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y;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rotate_left(std::unique_ptr&lt;Node&gt;&amp; 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auto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 = std::move(t-&gt;right);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t-&gt;right = std::move(r-&gt;left);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r-&gt;left = std::move(t);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 = std::move(r);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37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AVL 四种旋转：最小守门输入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3159469"/>
                <a:gridCol w="2369602"/>
                <a:gridCol w="3159469"/>
                <a:gridCol w="2369604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插入序列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失衡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修复后根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3,2,1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LL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1,2,3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1,2,3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RR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1,2,3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3,1,2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LR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1,2,3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1,3,2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RL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1,2,3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03027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只测中序不够：退化链的中序也正确。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49453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还要检查根、高度与每个结点的平衡因子， 才能证明旋转真的发生、且树高恢复为 2。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37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12.4.3 伸展树：不存平衡信息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AVL 每个结点要存高度或平衡因子。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伸展树一个字节都不存。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规则：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每次访问一个结点，就把它旋转到根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（splay）。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2940710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zig       父亲就是根        -&gt; 单旋一次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zig-zig   与父亲同向        -&gt; 先转**父亲**, 再转自己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zig-zag   与父亲异向        -&gt; 先转自己, 再转自己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016247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关键是 zig-zig 那一行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：先转父亲再转自己，而不是连着转两次自己。 正是这个「成对」让树的深度被摊还地压下来。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87872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单次可能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，但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任意 m 次操作的摊还代价是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O(m log 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37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伸展：一字形与之字形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04976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一字形：目标、父、祖父连续同向，先转祖父再转父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之字形：方向相反，先转父再转祖父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只差一层到根：做一次单旋转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4153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两种双旋都把目标提升两层，但重排其余结点的方式不同。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879570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访问链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10 → 20 → 30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中的 30 是右–右一字形； 若 10 的右孩子是 30、30 的左孩子是 20，访问 20 是右–左之字形。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742052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均摊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O(log n)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不等于单次都快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 一次访问仍可达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，保证的是一串操作的总成本。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37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三种改进的 BST 对照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1672941"/>
                <a:gridCol w="3529906"/>
                <a:gridCol w="3345883"/>
                <a:gridCol w="2509414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endParaRPr lang="zh-CN" sz="1755"/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最佳 BST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AVL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伸展树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需要什么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预知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访问频率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每结点存平衡信息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什么都不存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单次代价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最坏 </a:t>
                      </a: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摊还代价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—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构造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O(n³)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动态规划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边插边转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边访问边转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适合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静态、频率已知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通用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访问有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局部性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37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课堂讲解卡：从压缩存储走向对象图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本章的共同问题是“哪些信息值得存、哪些关系需要共享”：稀疏矩阵压掉零元，Trie 共享前缀，引用计数和标记-清扫处理对象图。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37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课堂例题：同一对象被两个根引用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先画共享 DAG，再删掉一个根：引用计数只能减少计数，标记-清扫从剩余根出发仍能保留共享对象；若对象形成无根环，只有追踪式回收能收回它。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37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课堂例题答案：共享与环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两个根共同引用 X 时，删除一个根只让计数减一，X 仍可达；X、Y 互相引用但不再从根可达时，引用计数仍非零。标记-清扫从根标记可达对象，未标记的环即可回收。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37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COO、CSR、CSC 和十字链表分别适合什么访问模式？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为什么引用计数回收不了无根环？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Trie 的最长前缀匹配在哪个结点停止，如何记录最后一个终止词？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AVL、伸展树和最佳 BST 分别用什么信息改善搜索代价？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37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COO 适合构建，CSR 按行，CSC 按列，十字链表适合动态双向更新。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引用计数只看入边数量，环内对象互相持有引用而不会归零。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Trie 记录最后一个终止词结点，输入结束或无边时返回它。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AVL 用旋转，伸展树用访问局部性，最佳 BST 用访问权重动态规划。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37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状态演算：标记-清扫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根集合只含 A，A→B，B→C，X↔Y 形成无根环。标记阶段只标 A、B、C；清扫阶段回收 X、Y，即使它们互相引用。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30 / 37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反例：只用引用计数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X、Y 的计数都为 1，互相引用使计数永不归零；没有根可达性扫描就无法回收。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31 / 37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课堂练习：选择 CSR 或 CSC 存储一个按列计算的稀疏矩阵。答案：选 CSC；若主要按行计算则选 CSR，动态双向插删才考虑十字链表。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32 / 37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Python 算法轨：Trie 与最佳 BST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515466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Trie 的前缀查询、Patricia 位分支和最佳 BST 动态规划有 Python 实现；空闲池、共享对象图和 AVL 旋转的布局细节保留在 C++。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43988"/>
            <a:ext cx="11058144" cy="343448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code/ch12/trie/modern.py#trie-longest-prefix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longest_prefix_of(self, text: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-&gt;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"""text 的哪个前缀是树里最长的那个键。走不动就回退到最近一次的词尾。"""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 = self.root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best 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i, c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enumerate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(text):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node.children: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break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node = node.children[c]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node.terminal: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best = i +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text[:best]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33 / 37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28885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多维数组的存储次序影响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缓存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，渐进复杂度看不出来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稀疏矩阵用十字链表：行列遍历快，随机访问变慢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广义表允许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共享和递归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→ 引用计数管共享，标记-清扫收环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变长块分配要选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适配策略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，释放要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合并相邻空闲块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Trie 的代价只与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键长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有关；Patricia 压掉单孩子链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最佳 BST 用动态规划；AVL 靠旋转；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伸展树什么都不存，靠摊还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34 / 37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code/ch12/trie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code/ch12/balanced_trees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867812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给同一组键分别建 Trie 和 Patricia，比一比结点数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往 AVL 里按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升序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 1..1000，量一下树高（对比普通 BST）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在伸展树上反复访问同一个键，看它是不是一直在根附近</a:t>
            </a:r>
          </a:p>
        </p:txBody>
      </p:sp>
      <p:sp>
        <p:nvSpPr>
          <p:cNvPr id="6" name="引用线"/>
          <p:cNvSpPr/>
          <p:nvPr/>
        </p:nvSpPr>
        <p:spPr>
          <a:xfrm>
            <a:off x="566928" y="4444185"/>
            <a:ext cx="32004" cy="803224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引用"/>
          <p:cNvSpPr txBox="1"/>
          <p:nvPr/>
        </p:nvSpPr>
        <p:spPr>
          <a:xfrm>
            <a:off x="694944" y="4444185"/>
            <a:ext cx="10820400" cy="8032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平衡树的测试里有一条不变量检查：每次插入删除后都验证 「任何结点左右子树高度差不超过 1」。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35 / 37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树状数组：动态前缀和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普通数组在“单点修改”和“区间查询”之间只能二选一：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459939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原数组：修改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O(1)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，查询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O(n)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前缀和：查询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O(1)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，修改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O(n)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Fenwick：两者都是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O(log 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，空间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O(n)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97027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树状数组仍是一块平坦数组；第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个内部位置管辖长度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lowbit(i)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的区间。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36 / 37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树状数组：两个 lowbit 方向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323951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查询：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 -= lowbit(i)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，把前缀拆成互不重叠的块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更新：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 += lowbit(i)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，访问所有包含该位置的块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lowbit(i) = i &amp; -i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，内部下标从 1 开始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900324"/>
            <a:ext cx="11058144" cy="235671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code/ch12/fenwick/modern.hpp#fn:add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add(std::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index,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long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delta)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check_index(index);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values_[index] += delta;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cursor = index +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cursor &lt;= size(); cursor += lowbit(cursor))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tree_[cursor] += delta;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323077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教材接口把外部下标改成 0 起始，区间统一为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[left, right)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，避免把边界规则藏在调用方。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第12章 高级数据结构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37 / 37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37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第12章 高级数据结构</dc:title>
  <dc:creator>dsa-modernization</dc:creator>
  <cp:revision>1</cp:revision>
</cp:coreProperties>
</file>