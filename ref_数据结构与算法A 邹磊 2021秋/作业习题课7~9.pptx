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9"/>
  </p:notesMasterIdLst>
  <p:sldIdLst>
    <p:sldId id="636" r:id="rId3"/>
    <p:sldId id="641" r:id="rId4"/>
    <p:sldId id="644" r:id="rId5"/>
    <p:sldId id="647" r:id="rId6"/>
    <p:sldId id="654" r:id="rId7"/>
    <p:sldId id="661" r:id="rId8"/>
    <p:sldId id="662" r:id="rId9"/>
    <p:sldId id="655" r:id="rId10"/>
    <p:sldId id="648" r:id="rId11"/>
    <p:sldId id="642" r:id="rId12"/>
    <p:sldId id="645" r:id="rId13"/>
    <p:sldId id="650" r:id="rId14"/>
    <p:sldId id="651" r:id="rId15"/>
    <p:sldId id="665" r:id="rId16"/>
    <p:sldId id="666" r:id="rId17"/>
    <p:sldId id="667" r:id="rId18"/>
    <p:sldId id="658" r:id="rId19"/>
    <p:sldId id="664" r:id="rId20"/>
    <p:sldId id="663" r:id="rId21"/>
    <p:sldId id="643" r:id="rId22"/>
    <p:sldId id="646" r:id="rId23"/>
    <p:sldId id="656" r:id="rId24"/>
    <p:sldId id="652" r:id="rId25"/>
    <p:sldId id="653" r:id="rId26"/>
    <p:sldId id="659" r:id="rId27"/>
    <p:sldId id="660"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88110" autoAdjust="0"/>
  </p:normalViewPr>
  <p:slideViewPr>
    <p:cSldViewPr snapToGrid="0">
      <p:cViewPr varScale="1">
        <p:scale>
          <a:sx n="74" d="100"/>
          <a:sy n="74" d="100"/>
        </p:scale>
        <p:origin x="1001"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D420A0-3F76-4ED5-A491-A6D4F2E8A782}" type="datetimeFigureOut">
              <a:rPr lang="zh-CN" altLang="en-US" smtClean="0"/>
              <a:t>2021/12/17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0F472E-0071-4A33-8625-5340564E53A3}" type="slidenum">
              <a:rPr lang="zh-CN" altLang="en-US" smtClean="0"/>
              <a:t>‹#›</a:t>
            </a:fld>
            <a:endParaRPr lang="zh-CN" altLang="en-US"/>
          </a:p>
        </p:txBody>
      </p:sp>
    </p:spTree>
    <p:extLst>
      <p:ext uri="{BB962C8B-B14F-4D97-AF65-F5344CB8AC3E}">
        <p14:creationId xmlns:p14="http://schemas.microsoft.com/office/powerpoint/2010/main" val="2810171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A75D99-2AE7-49F1-BB03-59E2BF5579C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579408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a:t>
            </a:fld>
            <a:endParaRPr lang="zh-CN" altLang="en-US"/>
          </a:p>
        </p:txBody>
      </p:sp>
    </p:spTree>
    <p:extLst>
      <p:ext uri="{BB962C8B-B14F-4D97-AF65-F5344CB8AC3E}">
        <p14:creationId xmlns:p14="http://schemas.microsoft.com/office/powerpoint/2010/main" val="13800553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3</a:t>
            </a:fld>
            <a:endParaRPr lang="zh-CN" altLang="en-US"/>
          </a:p>
        </p:txBody>
      </p:sp>
    </p:spTree>
    <p:extLst>
      <p:ext uri="{BB962C8B-B14F-4D97-AF65-F5344CB8AC3E}">
        <p14:creationId xmlns:p14="http://schemas.microsoft.com/office/powerpoint/2010/main" val="33853380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4</a:t>
            </a:fld>
            <a:endParaRPr lang="zh-CN" altLang="en-US"/>
          </a:p>
        </p:txBody>
      </p:sp>
    </p:spTree>
    <p:extLst>
      <p:ext uri="{BB962C8B-B14F-4D97-AF65-F5344CB8AC3E}">
        <p14:creationId xmlns:p14="http://schemas.microsoft.com/office/powerpoint/2010/main" val="42910376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5</a:t>
            </a:fld>
            <a:endParaRPr lang="zh-CN" altLang="en-US"/>
          </a:p>
        </p:txBody>
      </p:sp>
    </p:spTree>
    <p:extLst>
      <p:ext uri="{BB962C8B-B14F-4D97-AF65-F5344CB8AC3E}">
        <p14:creationId xmlns:p14="http://schemas.microsoft.com/office/powerpoint/2010/main" val="595313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6</a:t>
            </a:fld>
            <a:endParaRPr lang="zh-CN" altLang="en-US"/>
          </a:p>
        </p:txBody>
      </p:sp>
    </p:spTree>
    <p:extLst>
      <p:ext uri="{BB962C8B-B14F-4D97-AF65-F5344CB8AC3E}">
        <p14:creationId xmlns:p14="http://schemas.microsoft.com/office/powerpoint/2010/main" val="9546446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7</a:t>
            </a:fld>
            <a:endParaRPr lang="zh-CN" altLang="en-US"/>
          </a:p>
        </p:txBody>
      </p:sp>
    </p:spTree>
    <p:extLst>
      <p:ext uri="{BB962C8B-B14F-4D97-AF65-F5344CB8AC3E}">
        <p14:creationId xmlns:p14="http://schemas.microsoft.com/office/powerpoint/2010/main" val="17371568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8</a:t>
            </a:fld>
            <a:endParaRPr lang="zh-CN" altLang="en-US"/>
          </a:p>
        </p:txBody>
      </p:sp>
    </p:spTree>
    <p:extLst>
      <p:ext uri="{BB962C8B-B14F-4D97-AF65-F5344CB8AC3E}">
        <p14:creationId xmlns:p14="http://schemas.microsoft.com/office/powerpoint/2010/main" val="18323624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9</a:t>
            </a:fld>
            <a:endParaRPr lang="zh-CN" altLang="en-US"/>
          </a:p>
        </p:txBody>
      </p:sp>
    </p:spTree>
    <p:extLst>
      <p:ext uri="{BB962C8B-B14F-4D97-AF65-F5344CB8AC3E}">
        <p14:creationId xmlns:p14="http://schemas.microsoft.com/office/powerpoint/2010/main" val="38170719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10</a:t>
            </a:fld>
            <a:endParaRPr lang="zh-CN" altLang="en-US"/>
          </a:p>
        </p:txBody>
      </p:sp>
    </p:spTree>
    <p:extLst>
      <p:ext uri="{BB962C8B-B14F-4D97-AF65-F5344CB8AC3E}">
        <p14:creationId xmlns:p14="http://schemas.microsoft.com/office/powerpoint/2010/main" val="31672024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11</a:t>
            </a:fld>
            <a:endParaRPr lang="zh-CN" altLang="en-US"/>
          </a:p>
        </p:txBody>
      </p:sp>
    </p:spTree>
    <p:extLst>
      <p:ext uri="{BB962C8B-B14F-4D97-AF65-F5344CB8AC3E}">
        <p14:creationId xmlns:p14="http://schemas.microsoft.com/office/powerpoint/2010/main" val="928519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12</a:t>
            </a:fld>
            <a:endParaRPr lang="zh-CN" altLang="en-US"/>
          </a:p>
        </p:txBody>
      </p:sp>
    </p:spTree>
    <p:extLst>
      <p:ext uri="{BB962C8B-B14F-4D97-AF65-F5344CB8AC3E}">
        <p14:creationId xmlns:p14="http://schemas.microsoft.com/office/powerpoint/2010/main" val="31369835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13</a:t>
            </a:fld>
            <a:endParaRPr lang="zh-CN" altLang="en-US"/>
          </a:p>
        </p:txBody>
      </p:sp>
    </p:spTree>
    <p:extLst>
      <p:ext uri="{BB962C8B-B14F-4D97-AF65-F5344CB8AC3E}">
        <p14:creationId xmlns:p14="http://schemas.microsoft.com/office/powerpoint/2010/main" val="1254079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70F472E-0071-4A33-8625-5340564E53A3}" type="slidenum">
              <a:rPr lang="zh-CN" altLang="en-US" smtClean="0"/>
              <a:t>14</a:t>
            </a:fld>
            <a:endParaRPr lang="zh-CN" altLang="en-US"/>
          </a:p>
        </p:txBody>
      </p:sp>
    </p:spTree>
    <p:extLst>
      <p:ext uri="{BB962C8B-B14F-4D97-AF65-F5344CB8AC3E}">
        <p14:creationId xmlns:p14="http://schemas.microsoft.com/office/powerpoint/2010/main" val="18699394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70F472E-0071-4A33-8625-5340564E53A3}" type="slidenum">
              <a:rPr lang="zh-CN" altLang="en-US" smtClean="0"/>
              <a:t>15</a:t>
            </a:fld>
            <a:endParaRPr lang="zh-CN" altLang="en-US"/>
          </a:p>
        </p:txBody>
      </p:sp>
    </p:spTree>
    <p:extLst>
      <p:ext uri="{BB962C8B-B14F-4D97-AF65-F5344CB8AC3E}">
        <p14:creationId xmlns:p14="http://schemas.microsoft.com/office/powerpoint/2010/main" val="29762344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70F472E-0071-4A33-8625-5340564E53A3}" type="slidenum">
              <a:rPr lang="zh-CN" altLang="en-US" smtClean="0"/>
              <a:t>16</a:t>
            </a:fld>
            <a:endParaRPr lang="zh-CN" altLang="en-US"/>
          </a:p>
        </p:txBody>
      </p:sp>
    </p:spTree>
    <p:extLst>
      <p:ext uri="{BB962C8B-B14F-4D97-AF65-F5344CB8AC3E}">
        <p14:creationId xmlns:p14="http://schemas.microsoft.com/office/powerpoint/2010/main" val="27263007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17</a:t>
            </a:fld>
            <a:endParaRPr lang="zh-CN" altLang="en-US"/>
          </a:p>
        </p:txBody>
      </p:sp>
    </p:spTree>
    <p:extLst>
      <p:ext uri="{BB962C8B-B14F-4D97-AF65-F5344CB8AC3E}">
        <p14:creationId xmlns:p14="http://schemas.microsoft.com/office/powerpoint/2010/main" val="25442658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18</a:t>
            </a:fld>
            <a:endParaRPr lang="zh-CN" altLang="en-US"/>
          </a:p>
        </p:txBody>
      </p:sp>
    </p:spTree>
    <p:extLst>
      <p:ext uri="{BB962C8B-B14F-4D97-AF65-F5344CB8AC3E}">
        <p14:creationId xmlns:p14="http://schemas.microsoft.com/office/powerpoint/2010/main" val="2566544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19</a:t>
            </a:fld>
            <a:endParaRPr lang="zh-CN" altLang="en-US"/>
          </a:p>
        </p:txBody>
      </p:sp>
    </p:spTree>
    <p:extLst>
      <p:ext uri="{BB962C8B-B14F-4D97-AF65-F5344CB8AC3E}">
        <p14:creationId xmlns:p14="http://schemas.microsoft.com/office/powerpoint/2010/main" val="8876428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20</a:t>
            </a:fld>
            <a:endParaRPr lang="zh-CN" altLang="en-US"/>
          </a:p>
        </p:txBody>
      </p:sp>
    </p:spTree>
    <p:extLst>
      <p:ext uri="{BB962C8B-B14F-4D97-AF65-F5344CB8AC3E}">
        <p14:creationId xmlns:p14="http://schemas.microsoft.com/office/powerpoint/2010/main" val="9723865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21</a:t>
            </a:fld>
            <a:endParaRPr lang="zh-CN" altLang="en-US"/>
          </a:p>
        </p:txBody>
      </p:sp>
    </p:spTree>
    <p:extLst>
      <p:ext uri="{BB962C8B-B14F-4D97-AF65-F5344CB8AC3E}">
        <p14:creationId xmlns:p14="http://schemas.microsoft.com/office/powerpoint/2010/main" val="28329682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22</a:t>
            </a:fld>
            <a:endParaRPr lang="zh-CN" altLang="en-US"/>
          </a:p>
        </p:txBody>
      </p:sp>
    </p:spTree>
    <p:extLst>
      <p:ext uri="{BB962C8B-B14F-4D97-AF65-F5344CB8AC3E}">
        <p14:creationId xmlns:p14="http://schemas.microsoft.com/office/powerpoint/2010/main" val="26105182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23</a:t>
            </a:fld>
            <a:endParaRPr lang="zh-CN" altLang="en-US"/>
          </a:p>
        </p:txBody>
      </p:sp>
    </p:spTree>
    <p:extLst>
      <p:ext uri="{BB962C8B-B14F-4D97-AF65-F5344CB8AC3E}">
        <p14:creationId xmlns:p14="http://schemas.microsoft.com/office/powerpoint/2010/main" val="255215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24</a:t>
            </a:fld>
            <a:endParaRPr lang="zh-CN" altLang="en-US"/>
          </a:p>
        </p:txBody>
      </p:sp>
    </p:spTree>
    <p:extLst>
      <p:ext uri="{BB962C8B-B14F-4D97-AF65-F5344CB8AC3E}">
        <p14:creationId xmlns:p14="http://schemas.microsoft.com/office/powerpoint/2010/main" val="40712717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25</a:t>
            </a:fld>
            <a:endParaRPr lang="zh-CN" altLang="en-US"/>
          </a:p>
        </p:txBody>
      </p:sp>
    </p:spTree>
    <p:extLst>
      <p:ext uri="{BB962C8B-B14F-4D97-AF65-F5344CB8AC3E}">
        <p14:creationId xmlns:p14="http://schemas.microsoft.com/office/powerpoint/2010/main" val="9252686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2A75D99-2AE7-49F1-BB03-59E2BF5579C1}" type="slidenum">
              <a:rPr lang="zh-CN" altLang="en-US" smtClean="0"/>
              <a:t>26</a:t>
            </a:fld>
            <a:endParaRPr lang="zh-CN" altLang="en-US"/>
          </a:p>
        </p:txBody>
      </p:sp>
    </p:spTree>
    <p:extLst>
      <p:ext uri="{BB962C8B-B14F-4D97-AF65-F5344CB8AC3E}">
        <p14:creationId xmlns:p14="http://schemas.microsoft.com/office/powerpoint/2010/main" val="26746608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BCDDDB-7C04-43BB-B204-99FA124806B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8CFC805-7917-48EC-805A-2CDF4658F4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851A655-FC12-4240-BC77-7D89C7F65AFB}"/>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2CC8E920-EF2D-43B5-9513-4595EC634E4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10D34B5-488D-4162-B02D-C0C02CB73BF6}"/>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2607832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ED7DA1-8149-4B8D-AA7B-1F5B718BC83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A555B50-8915-463E-B918-52B377F3C70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9739FFA-9327-4A3F-8200-D3B98890EF59}"/>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9472A232-10B9-41D9-8C1A-AA6845C8C3B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016635C-4DD4-4BD6-9665-77FC7967D6E3}"/>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2075778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0CF8C7-C500-4CD5-919A-6158C0A98BF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A622C59-50AB-4CA0-ABB4-19121B2CB93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0637927-D423-47BA-81E7-D7F673B3F9FC}"/>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DF96632F-57AF-42C2-BF3D-26EC04CD153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66EED63-73F5-4B28-85B3-EB0E111DD535}"/>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2009161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A3F96F-7DD6-4BD3-A4DD-E926D908C7F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952CFA7-876F-47DC-B8BA-C85F223CF69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410C0FD-C516-4F24-9F24-F42355ED5C2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DEB56BC-AD95-4D55-9455-77D5C3830CE2}"/>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109EDFDC-ACD9-4A34-9FA4-883F5814194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6DE2F23-F480-4748-A48A-0D1246EC923B}"/>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33723775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B6208E-2116-4025-9950-D2377645E03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132A21E-D3DD-4E75-9E9D-5C87E58009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6935C11-C5A7-4027-A22E-2B5603FF2C74}"/>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17FF8F6-7481-4B06-8307-A502AAAC55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6295B9C-91E8-49F9-B732-E2DE98BBA38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025AD6A-914A-4DB7-B086-FF500B740324}"/>
              </a:ext>
            </a:extLst>
          </p:cNvPr>
          <p:cNvSpPr>
            <a:spLocks noGrp="1"/>
          </p:cNvSpPr>
          <p:nvPr>
            <p:ph type="dt" sz="half" idx="10"/>
          </p:nvPr>
        </p:nvSpPr>
        <p:spPr/>
        <p:txBody>
          <a:bodyPr/>
          <a:lstStyle/>
          <a:p>
            <a:endParaRPr lang="zh-CN" altLang="en-US"/>
          </a:p>
        </p:txBody>
      </p:sp>
      <p:sp>
        <p:nvSpPr>
          <p:cNvPr id="8" name="页脚占位符 7">
            <a:extLst>
              <a:ext uri="{FF2B5EF4-FFF2-40B4-BE49-F238E27FC236}">
                <a16:creationId xmlns:a16="http://schemas.microsoft.com/office/drawing/2014/main" id="{95E0EA91-9490-4EF3-B946-287B34C8DC5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EA198CA2-E0C2-4680-A081-EBDDE080B736}"/>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2966368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25F21C-2793-4194-9317-83472E45025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8DC048B-AD09-49AD-8287-8D547C72D39E}"/>
              </a:ext>
            </a:extLst>
          </p:cNvPr>
          <p:cNvSpPr>
            <a:spLocks noGrp="1"/>
          </p:cNvSpPr>
          <p:nvPr>
            <p:ph type="dt" sz="half" idx="10"/>
          </p:nvPr>
        </p:nvSpPr>
        <p:spPr/>
        <p:txBody>
          <a:bodyPr/>
          <a:lstStyle/>
          <a:p>
            <a:endParaRPr lang="zh-CN" altLang="en-US"/>
          </a:p>
        </p:txBody>
      </p:sp>
      <p:sp>
        <p:nvSpPr>
          <p:cNvPr id="4" name="页脚占位符 3">
            <a:extLst>
              <a:ext uri="{FF2B5EF4-FFF2-40B4-BE49-F238E27FC236}">
                <a16:creationId xmlns:a16="http://schemas.microsoft.com/office/drawing/2014/main" id="{CBD866D6-52ED-4B0D-8F41-018C32C882F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86A4FCF-F27B-4CA0-B605-ADE6FFF16A4F}"/>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1529283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F059181-E631-4B1A-B924-AAE3387B4FF5}"/>
              </a:ext>
            </a:extLst>
          </p:cNvPr>
          <p:cNvSpPr>
            <a:spLocks noGrp="1"/>
          </p:cNvSpPr>
          <p:nvPr>
            <p:ph type="dt" sz="half" idx="10"/>
          </p:nvPr>
        </p:nvSpPr>
        <p:spPr/>
        <p:txBody>
          <a:bodyPr/>
          <a:lstStyle/>
          <a:p>
            <a:endParaRPr lang="zh-CN" altLang="en-US"/>
          </a:p>
        </p:txBody>
      </p:sp>
      <p:sp>
        <p:nvSpPr>
          <p:cNvPr id="3" name="页脚占位符 2">
            <a:extLst>
              <a:ext uri="{FF2B5EF4-FFF2-40B4-BE49-F238E27FC236}">
                <a16:creationId xmlns:a16="http://schemas.microsoft.com/office/drawing/2014/main" id="{9E53192E-9287-4663-ADDB-F5AFDF1816B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8DACA25-9278-464F-8666-9DC9169A4375}"/>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3830024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64CE83-CC4A-46A2-926E-86FCE3F602C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FECA719-D570-4E10-9D1E-229A3D42CE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024995A-89A0-4592-A926-56262C1AE6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AD6E123-2FC6-4326-BA9A-07F9A90EAE0D}"/>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6A53CF9C-BAF2-4797-B080-82A6B7AD771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994C22E-DFC8-4B43-A045-AB522FF5E674}"/>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4043311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99D47B-2BDC-4EF9-AEE6-4C3EBC08CF6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369BA18-19EC-45BC-A79C-FA87924E9A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189C145-EC25-45E8-8F71-0C6B999DF4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8150F4F-EB4A-4FF4-9570-B0428773AC8B}"/>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A7579902-1D8B-45E1-9590-ACC42329625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C1B7CD1-1E91-41AC-B562-22A10AA9B185}"/>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12046518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6C5E82-EDF4-45B8-849A-A6BDAED781F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C158223-16E4-4600-9456-B701B66F7E8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BE94BA3-459C-42E9-8838-765D95B17589}"/>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CFEFDACB-73A9-48BD-BB89-6307904423F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CBE8F70-83B9-4DE2-B6C3-04BB4405071C}"/>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1091367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06DCCE4-4877-48D6-A11D-F2258F91CCA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176EED3-3CCE-4E4C-AB19-B381F90F07E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5DA9827-18D4-4B85-ACD5-404A80D70D8C}"/>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467CFEE7-8E70-44B3-B67B-20953023566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F30CEA0-AC33-4CFF-84D3-425421F9E6D9}"/>
              </a:ext>
            </a:extLst>
          </p:cNvPr>
          <p:cNvSpPr>
            <a:spLocks noGrp="1"/>
          </p:cNvSpPr>
          <p:nvPr>
            <p:ph type="sldNum" sz="quarter" idx="12"/>
          </p:nvPr>
        </p:nvSpPr>
        <p:spPr/>
        <p:txBody>
          <a:body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6715512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06296C0-E8A8-4ABD-980C-DC99A7F42D7F}"/>
              </a:ext>
            </a:extLst>
          </p:cNvPr>
          <p:cNvPicPr>
            <a:picLocks noChangeAspect="1"/>
          </p:cNvPicPr>
          <p:nvPr userDrawn="1"/>
        </p:nvPicPr>
        <p:blipFill>
          <a:blip r:embed="rId2"/>
          <a:stretch>
            <a:fillRect/>
          </a:stretch>
        </p:blipFill>
        <p:spPr>
          <a:xfrm>
            <a:off x="0" y="0"/>
            <a:ext cx="12192000" cy="3357217"/>
          </a:xfrm>
          <a:prstGeom prst="rect">
            <a:avLst/>
          </a:prstGeom>
        </p:spPr>
      </p:pic>
      <p:sp>
        <p:nvSpPr>
          <p:cNvPr id="4" name="矩形 3">
            <a:extLst>
              <a:ext uri="{FF2B5EF4-FFF2-40B4-BE49-F238E27FC236}">
                <a16:creationId xmlns:a16="http://schemas.microsoft.com/office/drawing/2014/main" id="{4BC187F1-42E5-4383-AC3D-83B120CDE410}"/>
              </a:ext>
            </a:extLst>
          </p:cNvPr>
          <p:cNvSpPr/>
          <p:nvPr userDrawn="1"/>
        </p:nvSpPr>
        <p:spPr>
          <a:xfrm>
            <a:off x="-800" y="-7913"/>
            <a:ext cx="12192000" cy="3361208"/>
          </a:xfrm>
          <a:prstGeom prst="rect">
            <a:avLst/>
          </a:prstGeom>
          <a:solidFill>
            <a:srgbClr val="9A0001">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F7087F57-B8B2-4F52-943A-08BE08AC8C9F}"/>
              </a:ext>
            </a:extLst>
          </p:cNvPr>
          <p:cNvSpPr/>
          <p:nvPr userDrawn="1"/>
        </p:nvSpPr>
        <p:spPr>
          <a:xfrm>
            <a:off x="5303520" y="2562096"/>
            <a:ext cx="1584960" cy="15849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ACAC108B-5150-431E-B389-3B1F46A2B67E}"/>
              </a:ext>
            </a:extLst>
          </p:cNvPr>
          <p:cNvGrpSpPr/>
          <p:nvPr userDrawn="1"/>
        </p:nvGrpSpPr>
        <p:grpSpPr>
          <a:xfrm>
            <a:off x="5410200" y="2670375"/>
            <a:ext cx="1371600" cy="1368402"/>
            <a:chOff x="2105799" y="20055838"/>
            <a:chExt cx="6748090" cy="6732363"/>
          </a:xfrm>
          <a:solidFill>
            <a:srgbClr val="8B0012">
              <a:alpha val="80000"/>
            </a:srgbClr>
          </a:solidFill>
        </p:grpSpPr>
        <p:sp>
          <p:nvSpPr>
            <p:cNvPr id="7" name="Freeform 8">
              <a:extLst>
                <a:ext uri="{FF2B5EF4-FFF2-40B4-BE49-F238E27FC236}">
                  <a16:creationId xmlns:a16="http://schemas.microsoft.com/office/drawing/2014/main" id="{A4BB1E0C-3B71-494C-90A5-5E83B05763C4}"/>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8" name="Freeform 42">
              <a:extLst>
                <a:ext uri="{FF2B5EF4-FFF2-40B4-BE49-F238E27FC236}">
                  <a16:creationId xmlns:a16="http://schemas.microsoft.com/office/drawing/2014/main" id="{9C922C0C-6676-4220-A57A-6A60B760EC5E}"/>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9" name="Freeform 43">
              <a:extLst>
                <a:ext uri="{FF2B5EF4-FFF2-40B4-BE49-F238E27FC236}">
                  <a16:creationId xmlns:a16="http://schemas.microsoft.com/office/drawing/2014/main" id="{13B11B68-25F0-45BA-8167-7E67FD4D1E06}"/>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0" name="Freeform 44">
              <a:extLst>
                <a:ext uri="{FF2B5EF4-FFF2-40B4-BE49-F238E27FC236}">
                  <a16:creationId xmlns:a16="http://schemas.microsoft.com/office/drawing/2014/main" id="{3AA3C9BE-308B-42E0-B388-8B9594616391}"/>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1" name="Freeform 45">
              <a:extLst>
                <a:ext uri="{FF2B5EF4-FFF2-40B4-BE49-F238E27FC236}">
                  <a16:creationId xmlns:a16="http://schemas.microsoft.com/office/drawing/2014/main" id="{2270AF1B-A34B-4183-AA58-499F7FC92BEA}"/>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2" name="Freeform 46">
              <a:extLst>
                <a:ext uri="{FF2B5EF4-FFF2-40B4-BE49-F238E27FC236}">
                  <a16:creationId xmlns:a16="http://schemas.microsoft.com/office/drawing/2014/main" id="{1648A05A-8C9B-4DCB-ADF5-C0E9CA804EFD}"/>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3" name="Freeform 47">
              <a:extLst>
                <a:ext uri="{FF2B5EF4-FFF2-40B4-BE49-F238E27FC236}">
                  <a16:creationId xmlns:a16="http://schemas.microsoft.com/office/drawing/2014/main" id="{780F1822-408A-4D9E-A7BB-5649D8459E2F}"/>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4" name="Freeform 48">
              <a:extLst>
                <a:ext uri="{FF2B5EF4-FFF2-40B4-BE49-F238E27FC236}">
                  <a16:creationId xmlns:a16="http://schemas.microsoft.com/office/drawing/2014/main" id="{D7B27305-F882-49EB-B5D1-DAD265B8F599}"/>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5" name="Freeform 49">
              <a:extLst>
                <a:ext uri="{FF2B5EF4-FFF2-40B4-BE49-F238E27FC236}">
                  <a16:creationId xmlns:a16="http://schemas.microsoft.com/office/drawing/2014/main" id="{1C88A9B0-6500-44EB-B523-6AB8CF2E5B58}"/>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6" name="Freeform 50">
              <a:extLst>
                <a:ext uri="{FF2B5EF4-FFF2-40B4-BE49-F238E27FC236}">
                  <a16:creationId xmlns:a16="http://schemas.microsoft.com/office/drawing/2014/main" id="{02B0BE86-EC4F-4A7E-B284-3AA3AEE5F3B5}"/>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7" name="Freeform 51">
              <a:extLst>
                <a:ext uri="{FF2B5EF4-FFF2-40B4-BE49-F238E27FC236}">
                  <a16:creationId xmlns:a16="http://schemas.microsoft.com/office/drawing/2014/main" id="{D646E307-5A0C-4184-9829-2D12C5F1D732}"/>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8" name="Freeform 52">
              <a:extLst>
                <a:ext uri="{FF2B5EF4-FFF2-40B4-BE49-F238E27FC236}">
                  <a16:creationId xmlns:a16="http://schemas.microsoft.com/office/drawing/2014/main" id="{1213DF27-0675-40E1-AF04-500FEC47309C}"/>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9" name="Freeform 53">
              <a:extLst>
                <a:ext uri="{FF2B5EF4-FFF2-40B4-BE49-F238E27FC236}">
                  <a16:creationId xmlns:a16="http://schemas.microsoft.com/office/drawing/2014/main" id="{78B921DD-11CC-425E-A465-F4034A5A080D}"/>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0" name="Freeform 54">
              <a:extLst>
                <a:ext uri="{FF2B5EF4-FFF2-40B4-BE49-F238E27FC236}">
                  <a16:creationId xmlns:a16="http://schemas.microsoft.com/office/drawing/2014/main" id="{E251C559-AD0A-4238-9C00-053CFAFCF573}"/>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1" name="Freeform 55">
              <a:extLst>
                <a:ext uri="{FF2B5EF4-FFF2-40B4-BE49-F238E27FC236}">
                  <a16:creationId xmlns:a16="http://schemas.microsoft.com/office/drawing/2014/main" id="{22DC21C7-7AEE-4789-B295-78B5A39F5F12}"/>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2" name="Freeform 56">
              <a:extLst>
                <a:ext uri="{FF2B5EF4-FFF2-40B4-BE49-F238E27FC236}">
                  <a16:creationId xmlns:a16="http://schemas.microsoft.com/office/drawing/2014/main" id="{2089A1EF-769C-4B32-ACB7-0843ADFE09AA}"/>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3" name="Freeform 57">
              <a:extLst>
                <a:ext uri="{FF2B5EF4-FFF2-40B4-BE49-F238E27FC236}">
                  <a16:creationId xmlns:a16="http://schemas.microsoft.com/office/drawing/2014/main" id="{89065D5C-2F82-4B9C-9DCF-556527D2755D}"/>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4" name="Freeform 58">
              <a:extLst>
                <a:ext uri="{FF2B5EF4-FFF2-40B4-BE49-F238E27FC236}">
                  <a16:creationId xmlns:a16="http://schemas.microsoft.com/office/drawing/2014/main" id="{63D30659-2737-4732-A71C-025BE4A9E86B}"/>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5" name="Freeform 59">
              <a:extLst>
                <a:ext uri="{FF2B5EF4-FFF2-40B4-BE49-F238E27FC236}">
                  <a16:creationId xmlns:a16="http://schemas.microsoft.com/office/drawing/2014/main" id="{26925B20-892F-495B-ACDF-9EC468A2C7C5}"/>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6" name="Freeform 60">
              <a:extLst>
                <a:ext uri="{FF2B5EF4-FFF2-40B4-BE49-F238E27FC236}">
                  <a16:creationId xmlns:a16="http://schemas.microsoft.com/office/drawing/2014/main" id="{F4DFD42E-FD06-4DD4-BD5D-E8024A4948AB}"/>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7" name="Freeform 61">
              <a:extLst>
                <a:ext uri="{FF2B5EF4-FFF2-40B4-BE49-F238E27FC236}">
                  <a16:creationId xmlns:a16="http://schemas.microsoft.com/office/drawing/2014/main" id="{AFA1A6B6-4731-43D9-A6A3-8AFB9A5AE684}"/>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8" name="Freeform 62">
              <a:extLst>
                <a:ext uri="{FF2B5EF4-FFF2-40B4-BE49-F238E27FC236}">
                  <a16:creationId xmlns:a16="http://schemas.microsoft.com/office/drawing/2014/main" id="{7C89F33A-1343-45E8-91E5-F27A8457EA0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9" name="Freeform 71">
              <a:extLst>
                <a:ext uri="{FF2B5EF4-FFF2-40B4-BE49-F238E27FC236}">
                  <a16:creationId xmlns:a16="http://schemas.microsoft.com/office/drawing/2014/main" id="{592EB9D1-7BB9-4D0B-9C6E-355FA946B6E7}"/>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grpSp>
      <p:sp>
        <p:nvSpPr>
          <p:cNvPr id="36" name="文本占位符 35">
            <a:extLst>
              <a:ext uri="{FF2B5EF4-FFF2-40B4-BE49-F238E27FC236}">
                <a16:creationId xmlns:a16="http://schemas.microsoft.com/office/drawing/2014/main" id="{99EF31F4-C1DD-413E-8350-2A8F905B444F}"/>
              </a:ext>
            </a:extLst>
          </p:cNvPr>
          <p:cNvSpPr>
            <a:spLocks noGrp="1"/>
          </p:cNvSpPr>
          <p:nvPr userDrawn="1">
            <p:ph type="body" sz="quarter" idx="10" hasCustomPrompt="1"/>
          </p:nvPr>
        </p:nvSpPr>
        <p:spPr>
          <a:xfrm>
            <a:off x="1606550" y="4264178"/>
            <a:ext cx="8975725" cy="781050"/>
          </a:xfrm>
        </p:spPr>
        <p:txBody>
          <a:bodyPr>
            <a:normAutofit/>
          </a:bodyPr>
          <a:lstStyle>
            <a:lvl1pPr marL="0" indent="0" algn="ctr" defTabSz="914400" rtl="0" eaLnBrk="1" latinLnBrk="0" hangingPunct="1">
              <a:lnSpc>
                <a:spcPct val="120000"/>
              </a:lnSpc>
              <a:buNone/>
              <a:defRPr lang="zh-CN" altLang="en-US" sz="4000" b="1" kern="1200" spc="300">
                <a:solidFill>
                  <a:schemeClr val="tx1">
                    <a:lumMod val="85000"/>
                    <a:lumOff val="15000"/>
                  </a:schemeClr>
                </a:solidFill>
                <a:latin typeface="+mn-lt"/>
                <a:ea typeface="微软雅黑" panose="020B0503020204020204" pitchFamily="34" charset="-122"/>
                <a:cs typeface="微软雅黑" panose="020B0503020204020204" pitchFamily="34" charset="-122"/>
              </a:defRPr>
            </a:lvl1pPr>
          </a:lstStyle>
          <a:p>
            <a:pPr algn="ctr">
              <a:lnSpc>
                <a:spcPct val="120000"/>
              </a:lnSpc>
              <a:defRPr/>
            </a:pP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北京大学学术答辩通用</a:t>
            </a:r>
            <a:r>
              <a:rPr lang="en-US" altLang="zh-CN"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PPT</a:t>
            </a: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模板</a:t>
            </a:r>
          </a:p>
        </p:txBody>
      </p:sp>
      <p:sp>
        <p:nvSpPr>
          <p:cNvPr id="41" name="文本占位符 37">
            <a:extLst>
              <a:ext uri="{FF2B5EF4-FFF2-40B4-BE49-F238E27FC236}">
                <a16:creationId xmlns:a16="http://schemas.microsoft.com/office/drawing/2014/main" id="{D6220974-BA97-4239-8B37-C87F7F2D4871}"/>
              </a:ext>
            </a:extLst>
          </p:cNvPr>
          <p:cNvSpPr>
            <a:spLocks noGrp="1"/>
          </p:cNvSpPr>
          <p:nvPr>
            <p:ph type="body" sz="quarter" idx="11" hasCustomPrompt="1"/>
          </p:nvPr>
        </p:nvSpPr>
        <p:spPr>
          <a:xfrm>
            <a:off x="2244991" y="5389156"/>
            <a:ext cx="1987550" cy="341632"/>
          </a:xfrm>
          <a:noFill/>
        </p:spPr>
        <p:txBody>
          <a:bodyPr wrap="square" rtlCol="0">
            <a:spAutoFit/>
          </a:bodyPr>
          <a:lstStyle>
            <a:lvl1pPr marL="0" indent="0">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答辩人：</a:t>
            </a:r>
            <a:r>
              <a:rPr lang="en-US" altLang="zh-CN" dirty="0"/>
              <a:t>XXX</a:t>
            </a:r>
            <a:endParaRPr lang="zh-CN" altLang="en-US" dirty="0"/>
          </a:p>
        </p:txBody>
      </p:sp>
      <p:sp>
        <p:nvSpPr>
          <p:cNvPr id="42" name="文本占位符 37">
            <a:extLst>
              <a:ext uri="{FF2B5EF4-FFF2-40B4-BE49-F238E27FC236}">
                <a16:creationId xmlns:a16="http://schemas.microsoft.com/office/drawing/2014/main" id="{1E1C9D50-4952-418A-9BEE-D99198F6E380}"/>
              </a:ext>
            </a:extLst>
          </p:cNvPr>
          <p:cNvSpPr>
            <a:spLocks noGrp="1"/>
          </p:cNvSpPr>
          <p:nvPr>
            <p:ph type="body" sz="quarter" idx="12" hasCustomPrompt="1"/>
          </p:nvPr>
        </p:nvSpPr>
        <p:spPr>
          <a:xfrm>
            <a:off x="5102225" y="5389156"/>
            <a:ext cx="1987550" cy="341632"/>
          </a:xfrm>
          <a:noFill/>
        </p:spPr>
        <p:txBody>
          <a:bodyPr wrap="square" rtlCol="0">
            <a:spAutoFit/>
          </a:bodyPr>
          <a:lstStyle>
            <a:lvl1pPr marL="0" indent="0" algn="ct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指导教师：</a:t>
            </a:r>
            <a:r>
              <a:rPr lang="en-US" altLang="zh-CN" dirty="0"/>
              <a:t>XXX</a:t>
            </a:r>
            <a:endParaRPr lang="zh-CN" altLang="en-US" dirty="0"/>
          </a:p>
        </p:txBody>
      </p:sp>
      <p:sp>
        <p:nvSpPr>
          <p:cNvPr id="43" name="文本占位符 37">
            <a:extLst>
              <a:ext uri="{FF2B5EF4-FFF2-40B4-BE49-F238E27FC236}">
                <a16:creationId xmlns:a16="http://schemas.microsoft.com/office/drawing/2014/main" id="{62842471-F840-45CA-8087-A1D9DF3CA908}"/>
              </a:ext>
            </a:extLst>
          </p:cNvPr>
          <p:cNvSpPr>
            <a:spLocks noGrp="1"/>
          </p:cNvSpPr>
          <p:nvPr>
            <p:ph type="body" sz="quarter" idx="13" hasCustomPrompt="1"/>
          </p:nvPr>
        </p:nvSpPr>
        <p:spPr>
          <a:xfrm>
            <a:off x="7959460" y="5389156"/>
            <a:ext cx="1987550" cy="341632"/>
          </a:xfrm>
          <a:noFill/>
        </p:spPr>
        <p:txBody>
          <a:bodyPr wrap="square" rtlCol="0">
            <a:spAutoFit/>
          </a:bodyPr>
          <a:lstStyle>
            <a:lvl1pPr marL="0" indent="0" algn="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院系：</a:t>
            </a:r>
            <a:r>
              <a:rPr lang="en-US" altLang="zh-CN" dirty="0"/>
              <a:t>XXX</a:t>
            </a:r>
            <a:endParaRPr lang="zh-CN" altLang="en-US" dirty="0"/>
          </a:p>
        </p:txBody>
      </p:sp>
    </p:spTree>
    <p:extLst>
      <p:ext uri="{BB962C8B-B14F-4D97-AF65-F5344CB8AC3E}">
        <p14:creationId xmlns:p14="http://schemas.microsoft.com/office/powerpoint/2010/main" val="2553958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目录-4部分">
    <p:spTree>
      <p:nvGrpSpPr>
        <p:cNvPr id="1" name=""/>
        <p:cNvGrpSpPr/>
        <p:nvPr/>
      </p:nvGrpSpPr>
      <p:grpSpPr>
        <a:xfrm>
          <a:off x="0" y="0"/>
          <a:ext cx="0" cy="0"/>
          <a:chOff x="0" y="0"/>
          <a:chExt cx="0" cy="0"/>
        </a:xfrm>
      </p:grpSpPr>
      <p:sp>
        <p:nvSpPr>
          <p:cNvPr id="55" name="矩形 54">
            <a:extLst>
              <a:ext uri="{FF2B5EF4-FFF2-40B4-BE49-F238E27FC236}">
                <a16:creationId xmlns:a16="http://schemas.microsoft.com/office/drawing/2014/main" id="{4D6291A7-7416-4ABD-BDD5-1A52FB976A6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7" name="矩形 6">
            <a:extLst>
              <a:ext uri="{FF2B5EF4-FFF2-40B4-BE49-F238E27FC236}">
                <a16:creationId xmlns:a16="http://schemas.microsoft.com/office/drawing/2014/main" id="{22F2AF65-774C-46B4-8BD3-F9EC13500DEC}"/>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sp>
        <p:nvSpPr>
          <p:cNvPr id="45" name="文本占位符 40">
            <a:extLst>
              <a:ext uri="{FF2B5EF4-FFF2-40B4-BE49-F238E27FC236}">
                <a16:creationId xmlns:a16="http://schemas.microsoft.com/office/drawing/2014/main" id="{E092B345-4879-4708-91A6-4E07DC6C11C0}"/>
              </a:ext>
            </a:extLst>
          </p:cNvPr>
          <p:cNvSpPr>
            <a:spLocks noGrp="1"/>
          </p:cNvSpPr>
          <p:nvPr>
            <p:ph type="body" sz="quarter" idx="10" hasCustomPrompt="1"/>
          </p:nvPr>
        </p:nvSpPr>
        <p:spPr>
          <a:xfrm>
            <a:off x="7825514" y="1561152"/>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6" name="文本占位符 40">
            <a:extLst>
              <a:ext uri="{FF2B5EF4-FFF2-40B4-BE49-F238E27FC236}">
                <a16:creationId xmlns:a16="http://schemas.microsoft.com/office/drawing/2014/main" id="{03810C05-3860-4CF4-B2C4-7B90D45455E3}"/>
              </a:ext>
            </a:extLst>
          </p:cNvPr>
          <p:cNvSpPr>
            <a:spLocks noGrp="1"/>
          </p:cNvSpPr>
          <p:nvPr>
            <p:ph type="body" sz="quarter" idx="11" hasCustomPrompt="1"/>
          </p:nvPr>
        </p:nvSpPr>
        <p:spPr>
          <a:xfrm>
            <a:off x="7825514" y="2650906"/>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7" name="文本占位符 40">
            <a:extLst>
              <a:ext uri="{FF2B5EF4-FFF2-40B4-BE49-F238E27FC236}">
                <a16:creationId xmlns:a16="http://schemas.microsoft.com/office/drawing/2014/main" id="{0A0C6CFA-9C78-45B1-B085-C2C99900D665}"/>
              </a:ext>
            </a:extLst>
          </p:cNvPr>
          <p:cNvSpPr>
            <a:spLocks noGrp="1"/>
          </p:cNvSpPr>
          <p:nvPr>
            <p:ph type="body" sz="quarter" idx="12" hasCustomPrompt="1"/>
          </p:nvPr>
        </p:nvSpPr>
        <p:spPr>
          <a:xfrm>
            <a:off x="7825514" y="3740660"/>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9" name="文本占位符 40">
            <a:extLst>
              <a:ext uri="{FF2B5EF4-FFF2-40B4-BE49-F238E27FC236}">
                <a16:creationId xmlns:a16="http://schemas.microsoft.com/office/drawing/2014/main" id="{6FA729E4-5DE0-4287-AF67-5FB2109F1BB2}"/>
              </a:ext>
            </a:extLst>
          </p:cNvPr>
          <p:cNvSpPr>
            <a:spLocks noGrp="1"/>
          </p:cNvSpPr>
          <p:nvPr>
            <p:ph type="body" sz="quarter" idx="14" hasCustomPrompt="1"/>
          </p:nvPr>
        </p:nvSpPr>
        <p:spPr>
          <a:xfrm>
            <a:off x="7825514" y="4830414"/>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50" name="文本框 49">
            <a:extLst>
              <a:ext uri="{FF2B5EF4-FFF2-40B4-BE49-F238E27FC236}">
                <a16:creationId xmlns:a16="http://schemas.microsoft.com/office/drawing/2014/main" id="{56A38F7D-163D-40CF-868C-B65E57289CD7}"/>
              </a:ext>
            </a:extLst>
          </p:cNvPr>
          <p:cNvSpPr txBox="1"/>
          <p:nvPr userDrawn="1"/>
        </p:nvSpPr>
        <p:spPr>
          <a:xfrm>
            <a:off x="6814866" y="15126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51" name="文本框 50">
            <a:extLst>
              <a:ext uri="{FF2B5EF4-FFF2-40B4-BE49-F238E27FC236}">
                <a16:creationId xmlns:a16="http://schemas.microsoft.com/office/drawing/2014/main" id="{CDED66E5-4D15-407E-B9E9-A0489B585942}"/>
              </a:ext>
            </a:extLst>
          </p:cNvPr>
          <p:cNvSpPr txBox="1"/>
          <p:nvPr userDrawn="1"/>
        </p:nvSpPr>
        <p:spPr>
          <a:xfrm>
            <a:off x="6814866" y="2596050"/>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52" name="文本框 51">
            <a:extLst>
              <a:ext uri="{FF2B5EF4-FFF2-40B4-BE49-F238E27FC236}">
                <a16:creationId xmlns:a16="http://schemas.microsoft.com/office/drawing/2014/main" id="{507C5DA2-D768-4F0B-A91A-C33F1FD9102B}"/>
              </a:ext>
            </a:extLst>
          </p:cNvPr>
          <p:cNvSpPr txBox="1"/>
          <p:nvPr userDrawn="1"/>
        </p:nvSpPr>
        <p:spPr>
          <a:xfrm>
            <a:off x="6814866" y="3679496"/>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53" name="文本框 52">
            <a:extLst>
              <a:ext uri="{FF2B5EF4-FFF2-40B4-BE49-F238E27FC236}">
                <a16:creationId xmlns:a16="http://schemas.microsoft.com/office/drawing/2014/main" id="{A511A62B-B193-4739-A793-D7002B471A43}"/>
              </a:ext>
            </a:extLst>
          </p:cNvPr>
          <p:cNvSpPr txBox="1"/>
          <p:nvPr userDrawn="1"/>
        </p:nvSpPr>
        <p:spPr>
          <a:xfrm>
            <a:off x="6814866" y="4762941"/>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grpSp>
        <p:nvGrpSpPr>
          <p:cNvPr id="56" name="组合 55">
            <a:extLst>
              <a:ext uri="{FF2B5EF4-FFF2-40B4-BE49-F238E27FC236}">
                <a16:creationId xmlns:a16="http://schemas.microsoft.com/office/drawing/2014/main" id="{50134B45-47D8-49EC-B2C4-4ECBF0176BD7}"/>
              </a:ext>
            </a:extLst>
          </p:cNvPr>
          <p:cNvGrpSpPr/>
          <p:nvPr userDrawn="1"/>
        </p:nvGrpSpPr>
        <p:grpSpPr>
          <a:xfrm>
            <a:off x="2425132" y="3183822"/>
            <a:ext cx="1945700" cy="1941162"/>
            <a:chOff x="2105799" y="20055838"/>
            <a:chExt cx="6748090" cy="6732363"/>
          </a:xfrm>
          <a:solidFill>
            <a:schemeClr val="accent1"/>
          </a:solidFill>
        </p:grpSpPr>
        <p:sp>
          <p:nvSpPr>
            <p:cNvPr id="57" name="Freeform 8">
              <a:extLst>
                <a:ext uri="{FF2B5EF4-FFF2-40B4-BE49-F238E27FC236}">
                  <a16:creationId xmlns:a16="http://schemas.microsoft.com/office/drawing/2014/main" id="{3AFA21E4-54E4-474B-AB1C-59ABBA29DA26}"/>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8" name="Freeform 42">
              <a:extLst>
                <a:ext uri="{FF2B5EF4-FFF2-40B4-BE49-F238E27FC236}">
                  <a16:creationId xmlns:a16="http://schemas.microsoft.com/office/drawing/2014/main" id="{38B24B0A-5539-4D2D-A7DD-73E521128A7A}"/>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9" name="Freeform 43">
              <a:extLst>
                <a:ext uri="{FF2B5EF4-FFF2-40B4-BE49-F238E27FC236}">
                  <a16:creationId xmlns:a16="http://schemas.microsoft.com/office/drawing/2014/main" id="{E0E9CC68-E749-47CC-8EEF-B8B1D81C1F03}"/>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0" name="Freeform 44">
              <a:extLst>
                <a:ext uri="{FF2B5EF4-FFF2-40B4-BE49-F238E27FC236}">
                  <a16:creationId xmlns:a16="http://schemas.microsoft.com/office/drawing/2014/main" id="{DB2F8014-13A0-4EED-9E54-018B50E7499E}"/>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1" name="Freeform 45">
              <a:extLst>
                <a:ext uri="{FF2B5EF4-FFF2-40B4-BE49-F238E27FC236}">
                  <a16:creationId xmlns:a16="http://schemas.microsoft.com/office/drawing/2014/main" id="{74ABE961-157F-44CB-B98E-6BC13D4BE116}"/>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2" name="Freeform 46">
              <a:extLst>
                <a:ext uri="{FF2B5EF4-FFF2-40B4-BE49-F238E27FC236}">
                  <a16:creationId xmlns:a16="http://schemas.microsoft.com/office/drawing/2014/main" id="{A8EDD165-034A-405C-8387-D78D2A7E5008}"/>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3" name="Freeform 47">
              <a:extLst>
                <a:ext uri="{FF2B5EF4-FFF2-40B4-BE49-F238E27FC236}">
                  <a16:creationId xmlns:a16="http://schemas.microsoft.com/office/drawing/2014/main" id="{7B6C6F1F-1F3E-4FDB-922F-9463383773F7}"/>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4" name="Freeform 48">
              <a:extLst>
                <a:ext uri="{FF2B5EF4-FFF2-40B4-BE49-F238E27FC236}">
                  <a16:creationId xmlns:a16="http://schemas.microsoft.com/office/drawing/2014/main" id="{29FCF922-820E-4CDB-86F9-1B2BFFAC1EB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5" name="Freeform 49">
              <a:extLst>
                <a:ext uri="{FF2B5EF4-FFF2-40B4-BE49-F238E27FC236}">
                  <a16:creationId xmlns:a16="http://schemas.microsoft.com/office/drawing/2014/main" id="{BC9F70C6-EC0D-4FF5-BC12-B628A56E4AC2}"/>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6" name="Freeform 50">
              <a:extLst>
                <a:ext uri="{FF2B5EF4-FFF2-40B4-BE49-F238E27FC236}">
                  <a16:creationId xmlns:a16="http://schemas.microsoft.com/office/drawing/2014/main" id="{22C93A2B-D2C4-4B41-AED7-1C8A35C4F4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51">
              <a:extLst>
                <a:ext uri="{FF2B5EF4-FFF2-40B4-BE49-F238E27FC236}">
                  <a16:creationId xmlns:a16="http://schemas.microsoft.com/office/drawing/2014/main" id="{49AA6AE9-EE4E-4805-8DAD-3192F29A00F6}"/>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52">
              <a:extLst>
                <a:ext uri="{FF2B5EF4-FFF2-40B4-BE49-F238E27FC236}">
                  <a16:creationId xmlns:a16="http://schemas.microsoft.com/office/drawing/2014/main" id="{58F96C6B-EC74-4E2B-BEFE-85CD9E272B8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53">
              <a:extLst>
                <a:ext uri="{FF2B5EF4-FFF2-40B4-BE49-F238E27FC236}">
                  <a16:creationId xmlns:a16="http://schemas.microsoft.com/office/drawing/2014/main" id="{B0809F50-496A-4255-B4DE-C9A321AB701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0" name="Freeform 54">
              <a:extLst>
                <a:ext uri="{FF2B5EF4-FFF2-40B4-BE49-F238E27FC236}">
                  <a16:creationId xmlns:a16="http://schemas.microsoft.com/office/drawing/2014/main" id="{9F87CF65-112C-4ABD-B2D1-00BAFED667A8}"/>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1" name="Freeform 55">
              <a:extLst>
                <a:ext uri="{FF2B5EF4-FFF2-40B4-BE49-F238E27FC236}">
                  <a16:creationId xmlns:a16="http://schemas.microsoft.com/office/drawing/2014/main" id="{51971117-C1ED-4363-98CD-BF4F681FEB2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2" name="Freeform 56">
              <a:extLst>
                <a:ext uri="{FF2B5EF4-FFF2-40B4-BE49-F238E27FC236}">
                  <a16:creationId xmlns:a16="http://schemas.microsoft.com/office/drawing/2014/main" id="{A9659DA4-2A51-43A6-922C-5D9741A264C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3" name="Freeform 57">
              <a:extLst>
                <a:ext uri="{FF2B5EF4-FFF2-40B4-BE49-F238E27FC236}">
                  <a16:creationId xmlns:a16="http://schemas.microsoft.com/office/drawing/2014/main" id="{6D2AD94D-A2FC-47E6-9333-74F53AD4AD8C}"/>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4" name="Freeform 58">
              <a:extLst>
                <a:ext uri="{FF2B5EF4-FFF2-40B4-BE49-F238E27FC236}">
                  <a16:creationId xmlns:a16="http://schemas.microsoft.com/office/drawing/2014/main" id="{FBF04BC2-9173-4560-A801-C3E77FAFAD0D}"/>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5" name="Freeform 59">
              <a:extLst>
                <a:ext uri="{FF2B5EF4-FFF2-40B4-BE49-F238E27FC236}">
                  <a16:creationId xmlns:a16="http://schemas.microsoft.com/office/drawing/2014/main" id="{10B5FD19-1004-4FBB-A735-BADE89DBC32F}"/>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6" name="Freeform 60">
              <a:extLst>
                <a:ext uri="{FF2B5EF4-FFF2-40B4-BE49-F238E27FC236}">
                  <a16:creationId xmlns:a16="http://schemas.microsoft.com/office/drawing/2014/main" id="{E46D3E77-3956-4899-9133-7E5AB0838600}"/>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7" name="Freeform 61">
              <a:extLst>
                <a:ext uri="{FF2B5EF4-FFF2-40B4-BE49-F238E27FC236}">
                  <a16:creationId xmlns:a16="http://schemas.microsoft.com/office/drawing/2014/main" id="{8EC0140A-1488-4FC2-A47E-78B02853636C}"/>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8" name="Freeform 62">
              <a:extLst>
                <a:ext uri="{FF2B5EF4-FFF2-40B4-BE49-F238E27FC236}">
                  <a16:creationId xmlns:a16="http://schemas.microsoft.com/office/drawing/2014/main" id="{03F5EEE1-8308-4F13-B04A-6876990D565D}"/>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9" name="Freeform 71">
              <a:extLst>
                <a:ext uri="{FF2B5EF4-FFF2-40B4-BE49-F238E27FC236}">
                  <a16:creationId xmlns:a16="http://schemas.microsoft.com/office/drawing/2014/main" id="{AB75AD00-AB3C-43A5-A617-D40ADF65DFEA}"/>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Tree>
    <p:extLst>
      <p:ext uri="{BB962C8B-B14F-4D97-AF65-F5344CB8AC3E}">
        <p14:creationId xmlns:p14="http://schemas.microsoft.com/office/powerpoint/2010/main" val="14381614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目录-5部分">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07DDBCB7-E991-46B4-8485-8E5161A9C4C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sp>
        <p:nvSpPr>
          <p:cNvPr id="71" name="矩形 70">
            <a:extLst>
              <a:ext uri="{FF2B5EF4-FFF2-40B4-BE49-F238E27FC236}">
                <a16:creationId xmlns:a16="http://schemas.microsoft.com/office/drawing/2014/main" id="{1DEB25A3-6BFF-4215-894B-71D6E2DD833C}"/>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sp>
        <p:nvSpPr>
          <p:cNvPr id="41" name="文本占位符 40">
            <a:extLst>
              <a:ext uri="{FF2B5EF4-FFF2-40B4-BE49-F238E27FC236}">
                <a16:creationId xmlns:a16="http://schemas.microsoft.com/office/drawing/2014/main" id="{1DDB07A2-0BEC-42D8-BCBF-4274AF207FC0}"/>
              </a:ext>
            </a:extLst>
          </p:cNvPr>
          <p:cNvSpPr>
            <a:spLocks noGrp="1"/>
          </p:cNvSpPr>
          <p:nvPr>
            <p:ph type="body" sz="quarter" idx="10" hasCustomPrompt="1"/>
          </p:nvPr>
        </p:nvSpPr>
        <p:spPr>
          <a:xfrm>
            <a:off x="7819905" y="14087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2" name="文本占位符 40">
            <a:extLst>
              <a:ext uri="{FF2B5EF4-FFF2-40B4-BE49-F238E27FC236}">
                <a16:creationId xmlns:a16="http://schemas.microsoft.com/office/drawing/2014/main" id="{3EE8ADE6-8EEE-4661-B83E-89A22DA1686F}"/>
              </a:ext>
            </a:extLst>
          </p:cNvPr>
          <p:cNvSpPr>
            <a:spLocks noGrp="1"/>
          </p:cNvSpPr>
          <p:nvPr>
            <p:ph type="body" sz="quarter" idx="11" hasCustomPrompt="1"/>
          </p:nvPr>
        </p:nvSpPr>
        <p:spPr>
          <a:xfrm>
            <a:off x="7819905" y="23022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3" name="文本占位符 40">
            <a:extLst>
              <a:ext uri="{FF2B5EF4-FFF2-40B4-BE49-F238E27FC236}">
                <a16:creationId xmlns:a16="http://schemas.microsoft.com/office/drawing/2014/main" id="{B8DAAE4E-CF42-40B4-8C0C-8AA671368AD5}"/>
              </a:ext>
            </a:extLst>
          </p:cNvPr>
          <p:cNvSpPr>
            <a:spLocks noGrp="1"/>
          </p:cNvSpPr>
          <p:nvPr>
            <p:ph type="body" sz="quarter" idx="12" hasCustomPrompt="1"/>
          </p:nvPr>
        </p:nvSpPr>
        <p:spPr>
          <a:xfrm>
            <a:off x="7819905" y="31956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4" name="文本占位符 40">
            <a:extLst>
              <a:ext uri="{FF2B5EF4-FFF2-40B4-BE49-F238E27FC236}">
                <a16:creationId xmlns:a16="http://schemas.microsoft.com/office/drawing/2014/main" id="{B3C1ED7C-5023-48FE-A05C-E9687671B32A}"/>
              </a:ext>
            </a:extLst>
          </p:cNvPr>
          <p:cNvSpPr>
            <a:spLocks noGrp="1"/>
          </p:cNvSpPr>
          <p:nvPr>
            <p:ph type="body" sz="quarter" idx="13" hasCustomPrompt="1"/>
          </p:nvPr>
        </p:nvSpPr>
        <p:spPr>
          <a:xfrm>
            <a:off x="7819905" y="4982551"/>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36" name="文本占位符 40">
            <a:extLst>
              <a:ext uri="{FF2B5EF4-FFF2-40B4-BE49-F238E27FC236}">
                <a16:creationId xmlns:a16="http://schemas.microsoft.com/office/drawing/2014/main" id="{043E6D5F-05DE-429A-8D64-78A20E1D046B}"/>
              </a:ext>
            </a:extLst>
          </p:cNvPr>
          <p:cNvSpPr>
            <a:spLocks noGrp="1"/>
          </p:cNvSpPr>
          <p:nvPr>
            <p:ph type="body" sz="quarter" idx="14" hasCustomPrompt="1"/>
          </p:nvPr>
        </p:nvSpPr>
        <p:spPr>
          <a:xfrm>
            <a:off x="7819905" y="40891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2" name="文本框 1">
            <a:extLst>
              <a:ext uri="{FF2B5EF4-FFF2-40B4-BE49-F238E27FC236}">
                <a16:creationId xmlns:a16="http://schemas.microsoft.com/office/drawing/2014/main" id="{E701414C-90A5-4AF7-93FE-51CC5323E071}"/>
              </a:ext>
            </a:extLst>
          </p:cNvPr>
          <p:cNvSpPr txBox="1"/>
          <p:nvPr userDrawn="1"/>
        </p:nvSpPr>
        <p:spPr>
          <a:xfrm>
            <a:off x="6809256" y="13602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a:extLst>
              <a:ext uri="{FF2B5EF4-FFF2-40B4-BE49-F238E27FC236}">
                <a16:creationId xmlns:a16="http://schemas.microsoft.com/office/drawing/2014/main" id="{08D10D4D-0807-49B3-87E5-6308A249C47B}"/>
              </a:ext>
            </a:extLst>
          </p:cNvPr>
          <p:cNvSpPr txBox="1"/>
          <p:nvPr userDrawn="1"/>
        </p:nvSpPr>
        <p:spPr>
          <a:xfrm>
            <a:off x="6809256" y="2253654"/>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a:extLst>
              <a:ext uri="{FF2B5EF4-FFF2-40B4-BE49-F238E27FC236}">
                <a16:creationId xmlns:a16="http://schemas.microsoft.com/office/drawing/2014/main" id="{20A25C77-BB9D-4A78-AE04-B2060C1854F0}"/>
              </a:ext>
            </a:extLst>
          </p:cNvPr>
          <p:cNvSpPr txBox="1"/>
          <p:nvPr userDrawn="1"/>
        </p:nvSpPr>
        <p:spPr>
          <a:xfrm>
            <a:off x="6809256" y="3148379"/>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a:extLst>
              <a:ext uri="{FF2B5EF4-FFF2-40B4-BE49-F238E27FC236}">
                <a16:creationId xmlns:a16="http://schemas.microsoft.com/office/drawing/2014/main" id="{7F7858D3-EB29-4574-9887-04007DDF5A0B}"/>
              </a:ext>
            </a:extLst>
          </p:cNvPr>
          <p:cNvSpPr txBox="1"/>
          <p:nvPr userDrawn="1"/>
        </p:nvSpPr>
        <p:spPr>
          <a:xfrm>
            <a:off x="6809256" y="4021629"/>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a:extLst>
              <a:ext uri="{FF2B5EF4-FFF2-40B4-BE49-F238E27FC236}">
                <a16:creationId xmlns:a16="http://schemas.microsoft.com/office/drawing/2014/main" id="{9E5C5056-284F-4DF8-8EBF-ED594C24CE32}"/>
              </a:ext>
            </a:extLst>
          </p:cNvPr>
          <p:cNvSpPr txBox="1"/>
          <p:nvPr userDrawn="1"/>
        </p:nvSpPr>
        <p:spPr>
          <a:xfrm>
            <a:off x="6809256" y="4921514"/>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grpSp>
        <p:nvGrpSpPr>
          <p:cNvPr id="47" name="组合 46">
            <a:extLst>
              <a:ext uri="{FF2B5EF4-FFF2-40B4-BE49-F238E27FC236}">
                <a16:creationId xmlns:a16="http://schemas.microsoft.com/office/drawing/2014/main" id="{E8917928-9484-40B9-8C50-C1CA090DFE44}"/>
              </a:ext>
            </a:extLst>
          </p:cNvPr>
          <p:cNvGrpSpPr/>
          <p:nvPr userDrawn="1"/>
        </p:nvGrpSpPr>
        <p:grpSpPr>
          <a:xfrm>
            <a:off x="2425132" y="3183822"/>
            <a:ext cx="1945700" cy="1941162"/>
            <a:chOff x="2105799" y="20055838"/>
            <a:chExt cx="6748090" cy="6732363"/>
          </a:xfrm>
          <a:solidFill>
            <a:schemeClr val="accent1"/>
          </a:solidFill>
        </p:grpSpPr>
        <p:sp>
          <p:nvSpPr>
            <p:cNvPr id="48" name="Freeform 8">
              <a:extLst>
                <a:ext uri="{FF2B5EF4-FFF2-40B4-BE49-F238E27FC236}">
                  <a16:creationId xmlns:a16="http://schemas.microsoft.com/office/drawing/2014/main" id="{59086FAE-7BCE-4F42-BEAF-83E039527D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49" name="Freeform 42">
              <a:extLst>
                <a:ext uri="{FF2B5EF4-FFF2-40B4-BE49-F238E27FC236}">
                  <a16:creationId xmlns:a16="http://schemas.microsoft.com/office/drawing/2014/main" id="{10B13E90-F439-48CA-AD95-7138BB9F29B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0" name="Freeform 43">
              <a:extLst>
                <a:ext uri="{FF2B5EF4-FFF2-40B4-BE49-F238E27FC236}">
                  <a16:creationId xmlns:a16="http://schemas.microsoft.com/office/drawing/2014/main" id="{5F0B2961-18DD-4861-8D52-0A383ECCB085}"/>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1" name="Freeform 44">
              <a:extLst>
                <a:ext uri="{FF2B5EF4-FFF2-40B4-BE49-F238E27FC236}">
                  <a16:creationId xmlns:a16="http://schemas.microsoft.com/office/drawing/2014/main" id="{AB5B5CF7-72A5-4E9E-BD84-D5722080E3AD}"/>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2" name="Freeform 45">
              <a:extLst>
                <a:ext uri="{FF2B5EF4-FFF2-40B4-BE49-F238E27FC236}">
                  <a16:creationId xmlns:a16="http://schemas.microsoft.com/office/drawing/2014/main" id="{B40B6773-5AF3-4B78-A875-0F1C89DBCBD4}"/>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3" name="Freeform 46">
              <a:extLst>
                <a:ext uri="{FF2B5EF4-FFF2-40B4-BE49-F238E27FC236}">
                  <a16:creationId xmlns:a16="http://schemas.microsoft.com/office/drawing/2014/main" id="{211E77CF-A371-4394-80EE-A23B8E761CF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4" name="Freeform 47">
              <a:extLst>
                <a:ext uri="{FF2B5EF4-FFF2-40B4-BE49-F238E27FC236}">
                  <a16:creationId xmlns:a16="http://schemas.microsoft.com/office/drawing/2014/main" id="{24C2E5AA-B456-402D-AACB-CF50F586373D}"/>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5" name="Freeform 48">
              <a:extLst>
                <a:ext uri="{FF2B5EF4-FFF2-40B4-BE49-F238E27FC236}">
                  <a16:creationId xmlns:a16="http://schemas.microsoft.com/office/drawing/2014/main" id="{5CEFFC85-E9B5-40DB-A773-6AA641A5EA9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6" name="Freeform 49">
              <a:extLst>
                <a:ext uri="{FF2B5EF4-FFF2-40B4-BE49-F238E27FC236}">
                  <a16:creationId xmlns:a16="http://schemas.microsoft.com/office/drawing/2014/main" id="{DF550AC9-9345-4B32-A0CD-DA983D3011C1}"/>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7" name="Freeform 50">
              <a:extLst>
                <a:ext uri="{FF2B5EF4-FFF2-40B4-BE49-F238E27FC236}">
                  <a16:creationId xmlns:a16="http://schemas.microsoft.com/office/drawing/2014/main" id="{29471116-16CF-4D64-B565-49C15F226E2A}"/>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8" name="Freeform 51">
              <a:extLst>
                <a:ext uri="{FF2B5EF4-FFF2-40B4-BE49-F238E27FC236}">
                  <a16:creationId xmlns:a16="http://schemas.microsoft.com/office/drawing/2014/main" id="{9E60588D-9746-4C96-BB9F-CD0875FA3CF5}"/>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9" name="Freeform 52">
              <a:extLst>
                <a:ext uri="{FF2B5EF4-FFF2-40B4-BE49-F238E27FC236}">
                  <a16:creationId xmlns:a16="http://schemas.microsoft.com/office/drawing/2014/main" id="{8D2145FF-BFA9-4FEA-9430-C2F6CFF9B9A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0" name="Freeform 53">
              <a:extLst>
                <a:ext uri="{FF2B5EF4-FFF2-40B4-BE49-F238E27FC236}">
                  <a16:creationId xmlns:a16="http://schemas.microsoft.com/office/drawing/2014/main" id="{31731D7D-B614-4B40-BD98-92032FFEDC84}"/>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1" name="Freeform 54">
              <a:extLst>
                <a:ext uri="{FF2B5EF4-FFF2-40B4-BE49-F238E27FC236}">
                  <a16:creationId xmlns:a16="http://schemas.microsoft.com/office/drawing/2014/main" id="{85133ADC-E731-46F5-90AB-E151D742530F}"/>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2" name="Freeform 55">
              <a:extLst>
                <a:ext uri="{FF2B5EF4-FFF2-40B4-BE49-F238E27FC236}">
                  <a16:creationId xmlns:a16="http://schemas.microsoft.com/office/drawing/2014/main" id="{8A62A99D-E0DB-4111-9FEB-3E4F6344232D}"/>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3" name="Freeform 56">
              <a:extLst>
                <a:ext uri="{FF2B5EF4-FFF2-40B4-BE49-F238E27FC236}">
                  <a16:creationId xmlns:a16="http://schemas.microsoft.com/office/drawing/2014/main" id="{F80FCAD7-78A2-4243-97E5-91414F895B41}"/>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4" name="Freeform 57">
              <a:extLst>
                <a:ext uri="{FF2B5EF4-FFF2-40B4-BE49-F238E27FC236}">
                  <a16:creationId xmlns:a16="http://schemas.microsoft.com/office/drawing/2014/main" id="{BCEB97F9-5E6D-4143-A326-123BB40920E4}"/>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5" name="Freeform 58">
              <a:extLst>
                <a:ext uri="{FF2B5EF4-FFF2-40B4-BE49-F238E27FC236}">
                  <a16:creationId xmlns:a16="http://schemas.microsoft.com/office/drawing/2014/main" id="{A0EC93B7-5F9E-4596-A0B4-56E551810B41}"/>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6" name="Freeform 59">
              <a:extLst>
                <a:ext uri="{FF2B5EF4-FFF2-40B4-BE49-F238E27FC236}">
                  <a16:creationId xmlns:a16="http://schemas.microsoft.com/office/drawing/2014/main" id="{9CB41E21-FEE3-4D2D-9551-B88C07BC03E5}"/>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60">
              <a:extLst>
                <a:ext uri="{FF2B5EF4-FFF2-40B4-BE49-F238E27FC236}">
                  <a16:creationId xmlns:a16="http://schemas.microsoft.com/office/drawing/2014/main" id="{55D43798-13B8-4DAF-98D6-284AD8D22E66}"/>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61">
              <a:extLst>
                <a:ext uri="{FF2B5EF4-FFF2-40B4-BE49-F238E27FC236}">
                  <a16:creationId xmlns:a16="http://schemas.microsoft.com/office/drawing/2014/main" id="{8CA5B0FD-C8F6-426F-AC2B-522A58FE00FD}"/>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62">
              <a:extLst>
                <a:ext uri="{FF2B5EF4-FFF2-40B4-BE49-F238E27FC236}">
                  <a16:creationId xmlns:a16="http://schemas.microsoft.com/office/drawing/2014/main" id="{F7A64D83-8794-4383-B608-9C794C6FA37F}"/>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0" name="Freeform 71">
              <a:extLst>
                <a:ext uri="{FF2B5EF4-FFF2-40B4-BE49-F238E27FC236}">
                  <a16:creationId xmlns:a16="http://schemas.microsoft.com/office/drawing/2014/main" id="{98DEF15F-7ADA-4CD6-AE2B-F2091812707E}"/>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Tree>
    <p:extLst>
      <p:ext uri="{BB962C8B-B14F-4D97-AF65-F5344CB8AC3E}">
        <p14:creationId xmlns:p14="http://schemas.microsoft.com/office/powerpoint/2010/main" val="3021624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目录-6部分">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07DDBCB7-E991-46B4-8485-8E5161A9C4C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49" name="矩形 48">
            <a:extLst>
              <a:ext uri="{FF2B5EF4-FFF2-40B4-BE49-F238E27FC236}">
                <a16:creationId xmlns:a16="http://schemas.microsoft.com/office/drawing/2014/main" id="{9641EC2A-644C-47E6-9137-85F1FC0E3567}"/>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grpSp>
        <p:nvGrpSpPr>
          <p:cNvPr id="11" name="组合 10">
            <a:extLst>
              <a:ext uri="{FF2B5EF4-FFF2-40B4-BE49-F238E27FC236}">
                <a16:creationId xmlns:a16="http://schemas.microsoft.com/office/drawing/2014/main" id="{58D2D447-3244-41E4-A676-38C4ED0BA81A}"/>
              </a:ext>
            </a:extLst>
          </p:cNvPr>
          <p:cNvGrpSpPr/>
          <p:nvPr userDrawn="1"/>
        </p:nvGrpSpPr>
        <p:grpSpPr>
          <a:xfrm>
            <a:off x="2425132" y="3183822"/>
            <a:ext cx="1945700" cy="1941162"/>
            <a:chOff x="2105799" y="20055838"/>
            <a:chExt cx="6748090" cy="6732363"/>
          </a:xfrm>
          <a:solidFill>
            <a:schemeClr val="accent1"/>
          </a:solidFill>
        </p:grpSpPr>
        <p:sp>
          <p:nvSpPr>
            <p:cNvPr id="12" name="Freeform 8">
              <a:extLst>
                <a:ext uri="{FF2B5EF4-FFF2-40B4-BE49-F238E27FC236}">
                  <a16:creationId xmlns:a16="http://schemas.microsoft.com/office/drawing/2014/main" id="{9AA64509-AACF-40D4-B9A9-B88859BA8568}"/>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 name="Freeform 42">
              <a:extLst>
                <a:ext uri="{FF2B5EF4-FFF2-40B4-BE49-F238E27FC236}">
                  <a16:creationId xmlns:a16="http://schemas.microsoft.com/office/drawing/2014/main" id="{F96E3831-BAD6-495D-9EB0-9AF4F9E4AA14}"/>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 name="Freeform 43">
              <a:extLst>
                <a:ext uri="{FF2B5EF4-FFF2-40B4-BE49-F238E27FC236}">
                  <a16:creationId xmlns:a16="http://schemas.microsoft.com/office/drawing/2014/main" id="{3F1B9F65-74B2-4321-AF02-F2775CA32BF6}"/>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5" name="Freeform 44">
              <a:extLst>
                <a:ext uri="{FF2B5EF4-FFF2-40B4-BE49-F238E27FC236}">
                  <a16:creationId xmlns:a16="http://schemas.microsoft.com/office/drawing/2014/main" id="{FE06968D-A503-4A41-8AFB-7D81E20035BD}"/>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6" name="Freeform 45">
              <a:extLst>
                <a:ext uri="{FF2B5EF4-FFF2-40B4-BE49-F238E27FC236}">
                  <a16:creationId xmlns:a16="http://schemas.microsoft.com/office/drawing/2014/main" id="{3C3EA8C8-7562-473E-AA9E-E46E885B1C64}"/>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7" name="Freeform 46">
              <a:extLst>
                <a:ext uri="{FF2B5EF4-FFF2-40B4-BE49-F238E27FC236}">
                  <a16:creationId xmlns:a16="http://schemas.microsoft.com/office/drawing/2014/main" id="{C0C84DE1-C4B4-4D09-BD06-05AEFB9791EF}"/>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8" name="Freeform 47">
              <a:extLst>
                <a:ext uri="{FF2B5EF4-FFF2-40B4-BE49-F238E27FC236}">
                  <a16:creationId xmlns:a16="http://schemas.microsoft.com/office/drawing/2014/main" id="{65F4A63D-2ED8-4FC9-B6B2-5F5EFDFB9E47}"/>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9" name="Freeform 48">
              <a:extLst>
                <a:ext uri="{FF2B5EF4-FFF2-40B4-BE49-F238E27FC236}">
                  <a16:creationId xmlns:a16="http://schemas.microsoft.com/office/drawing/2014/main" id="{30943538-8677-44DF-9F6E-134AE82AAF8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0" name="Freeform 49">
              <a:extLst>
                <a:ext uri="{FF2B5EF4-FFF2-40B4-BE49-F238E27FC236}">
                  <a16:creationId xmlns:a16="http://schemas.microsoft.com/office/drawing/2014/main" id="{13907DDE-205F-4FB4-AFBD-67ED1FEBA24B}"/>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1" name="Freeform 50">
              <a:extLst>
                <a:ext uri="{FF2B5EF4-FFF2-40B4-BE49-F238E27FC236}">
                  <a16:creationId xmlns:a16="http://schemas.microsoft.com/office/drawing/2014/main" id="{08C2EE5C-263D-44B6-9CDF-3DA614AED668}"/>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2" name="Freeform 51">
              <a:extLst>
                <a:ext uri="{FF2B5EF4-FFF2-40B4-BE49-F238E27FC236}">
                  <a16:creationId xmlns:a16="http://schemas.microsoft.com/office/drawing/2014/main" id="{1BC3085B-1BA9-42A1-8148-C79B13CD3100}"/>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3" name="Freeform 52">
              <a:extLst>
                <a:ext uri="{FF2B5EF4-FFF2-40B4-BE49-F238E27FC236}">
                  <a16:creationId xmlns:a16="http://schemas.microsoft.com/office/drawing/2014/main" id="{21A74121-72BF-4931-9059-F6BE796C5DE0}"/>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4" name="Freeform 53">
              <a:extLst>
                <a:ext uri="{FF2B5EF4-FFF2-40B4-BE49-F238E27FC236}">
                  <a16:creationId xmlns:a16="http://schemas.microsoft.com/office/drawing/2014/main" id="{7BF25357-75D2-4264-87FF-6936CFBB281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5" name="Freeform 54">
              <a:extLst>
                <a:ext uri="{FF2B5EF4-FFF2-40B4-BE49-F238E27FC236}">
                  <a16:creationId xmlns:a16="http://schemas.microsoft.com/office/drawing/2014/main" id="{6706F8B4-5F38-4B1E-8AC8-060D5CAF4285}"/>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6" name="Freeform 55">
              <a:extLst>
                <a:ext uri="{FF2B5EF4-FFF2-40B4-BE49-F238E27FC236}">
                  <a16:creationId xmlns:a16="http://schemas.microsoft.com/office/drawing/2014/main" id="{DC3F3881-E2C2-4250-9657-EFA4447E80A7}"/>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7" name="Freeform 56">
              <a:extLst>
                <a:ext uri="{FF2B5EF4-FFF2-40B4-BE49-F238E27FC236}">
                  <a16:creationId xmlns:a16="http://schemas.microsoft.com/office/drawing/2014/main" id="{88FE206D-A977-476A-B4CA-99B073947EB7}"/>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8" name="Freeform 57">
              <a:extLst>
                <a:ext uri="{FF2B5EF4-FFF2-40B4-BE49-F238E27FC236}">
                  <a16:creationId xmlns:a16="http://schemas.microsoft.com/office/drawing/2014/main" id="{B06997A0-DFD7-47F0-8C39-4B885713EF3D}"/>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9" name="Freeform 58">
              <a:extLst>
                <a:ext uri="{FF2B5EF4-FFF2-40B4-BE49-F238E27FC236}">
                  <a16:creationId xmlns:a16="http://schemas.microsoft.com/office/drawing/2014/main" id="{90D9C13C-38D7-4151-B068-07D32EBBA1E0}"/>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0" name="Freeform 59">
              <a:extLst>
                <a:ext uri="{FF2B5EF4-FFF2-40B4-BE49-F238E27FC236}">
                  <a16:creationId xmlns:a16="http://schemas.microsoft.com/office/drawing/2014/main" id="{6C00BB8F-C378-44EC-B555-754A4EE766D8}"/>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1" name="Freeform 60">
              <a:extLst>
                <a:ext uri="{FF2B5EF4-FFF2-40B4-BE49-F238E27FC236}">
                  <a16:creationId xmlns:a16="http://schemas.microsoft.com/office/drawing/2014/main" id="{8731A85C-7C9F-4BF0-856E-375403FD4484}"/>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2" name="Freeform 61">
              <a:extLst>
                <a:ext uri="{FF2B5EF4-FFF2-40B4-BE49-F238E27FC236}">
                  <a16:creationId xmlns:a16="http://schemas.microsoft.com/office/drawing/2014/main" id="{FA502E58-9B89-4DF1-AE1D-3CFDAC1F1613}"/>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3" name="Freeform 62">
              <a:extLst>
                <a:ext uri="{FF2B5EF4-FFF2-40B4-BE49-F238E27FC236}">
                  <a16:creationId xmlns:a16="http://schemas.microsoft.com/office/drawing/2014/main" id="{CCA61D46-09FC-4512-9A7A-A84ED3A0BFF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4" name="Freeform 71">
              <a:extLst>
                <a:ext uri="{FF2B5EF4-FFF2-40B4-BE49-F238E27FC236}">
                  <a16:creationId xmlns:a16="http://schemas.microsoft.com/office/drawing/2014/main" id="{8146A89A-2BA7-4B57-8E40-2BE9834C80DA}"/>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
        <p:nvSpPr>
          <p:cNvPr id="41" name="文本占位符 40">
            <a:extLst>
              <a:ext uri="{FF2B5EF4-FFF2-40B4-BE49-F238E27FC236}">
                <a16:creationId xmlns:a16="http://schemas.microsoft.com/office/drawing/2014/main" id="{1DDB07A2-0BEC-42D8-BCBF-4274AF207FC0}"/>
              </a:ext>
            </a:extLst>
          </p:cNvPr>
          <p:cNvSpPr>
            <a:spLocks noGrp="1"/>
          </p:cNvSpPr>
          <p:nvPr>
            <p:ph type="body" sz="quarter" idx="10" hasCustomPrompt="1"/>
          </p:nvPr>
        </p:nvSpPr>
        <p:spPr>
          <a:xfrm>
            <a:off x="7819905" y="131731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2" name="文本占位符 40">
            <a:extLst>
              <a:ext uri="{FF2B5EF4-FFF2-40B4-BE49-F238E27FC236}">
                <a16:creationId xmlns:a16="http://schemas.microsoft.com/office/drawing/2014/main" id="{3EE8ADE6-8EEE-4661-B83E-89A22DA1686F}"/>
              </a:ext>
            </a:extLst>
          </p:cNvPr>
          <p:cNvSpPr>
            <a:spLocks noGrp="1"/>
          </p:cNvSpPr>
          <p:nvPr>
            <p:ph type="body" sz="quarter" idx="11" hasCustomPrompt="1"/>
          </p:nvPr>
        </p:nvSpPr>
        <p:spPr>
          <a:xfrm>
            <a:off x="7819905" y="206788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3" name="文本占位符 40">
            <a:extLst>
              <a:ext uri="{FF2B5EF4-FFF2-40B4-BE49-F238E27FC236}">
                <a16:creationId xmlns:a16="http://schemas.microsoft.com/office/drawing/2014/main" id="{B8DAAE4E-CF42-40B4-8C0C-8AA671368AD5}"/>
              </a:ext>
            </a:extLst>
          </p:cNvPr>
          <p:cNvSpPr>
            <a:spLocks noGrp="1"/>
          </p:cNvSpPr>
          <p:nvPr>
            <p:ph type="body" sz="quarter" idx="12" hasCustomPrompt="1"/>
          </p:nvPr>
        </p:nvSpPr>
        <p:spPr>
          <a:xfrm>
            <a:off x="7819905" y="281845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4" name="文本占位符 40">
            <a:extLst>
              <a:ext uri="{FF2B5EF4-FFF2-40B4-BE49-F238E27FC236}">
                <a16:creationId xmlns:a16="http://schemas.microsoft.com/office/drawing/2014/main" id="{B3C1ED7C-5023-48FE-A05C-E9687671B32A}"/>
              </a:ext>
            </a:extLst>
          </p:cNvPr>
          <p:cNvSpPr>
            <a:spLocks noGrp="1"/>
          </p:cNvSpPr>
          <p:nvPr>
            <p:ph type="body" sz="quarter" idx="13" hasCustomPrompt="1"/>
          </p:nvPr>
        </p:nvSpPr>
        <p:spPr>
          <a:xfrm>
            <a:off x="7819905" y="431959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36" name="文本占位符 40">
            <a:extLst>
              <a:ext uri="{FF2B5EF4-FFF2-40B4-BE49-F238E27FC236}">
                <a16:creationId xmlns:a16="http://schemas.microsoft.com/office/drawing/2014/main" id="{043E6D5F-05DE-429A-8D64-78A20E1D046B}"/>
              </a:ext>
            </a:extLst>
          </p:cNvPr>
          <p:cNvSpPr>
            <a:spLocks noGrp="1"/>
          </p:cNvSpPr>
          <p:nvPr>
            <p:ph type="body" sz="quarter" idx="14" hasCustomPrompt="1"/>
          </p:nvPr>
        </p:nvSpPr>
        <p:spPr>
          <a:xfrm>
            <a:off x="7819905" y="356902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2" name="文本框 1">
            <a:extLst>
              <a:ext uri="{FF2B5EF4-FFF2-40B4-BE49-F238E27FC236}">
                <a16:creationId xmlns:a16="http://schemas.microsoft.com/office/drawing/2014/main" id="{E701414C-90A5-4AF7-93FE-51CC5323E071}"/>
              </a:ext>
            </a:extLst>
          </p:cNvPr>
          <p:cNvSpPr txBox="1"/>
          <p:nvPr userDrawn="1"/>
        </p:nvSpPr>
        <p:spPr>
          <a:xfrm>
            <a:off x="6809256" y="126876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a:extLst>
              <a:ext uri="{FF2B5EF4-FFF2-40B4-BE49-F238E27FC236}">
                <a16:creationId xmlns:a16="http://schemas.microsoft.com/office/drawing/2014/main" id="{08D10D4D-0807-49B3-87E5-6308A249C47B}"/>
              </a:ext>
            </a:extLst>
          </p:cNvPr>
          <p:cNvSpPr txBox="1"/>
          <p:nvPr userDrawn="1"/>
        </p:nvSpPr>
        <p:spPr>
          <a:xfrm>
            <a:off x="6809256" y="2016836"/>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a:extLst>
              <a:ext uri="{FF2B5EF4-FFF2-40B4-BE49-F238E27FC236}">
                <a16:creationId xmlns:a16="http://schemas.microsoft.com/office/drawing/2014/main" id="{20A25C77-BB9D-4A78-AE04-B2060C1854F0}"/>
              </a:ext>
            </a:extLst>
          </p:cNvPr>
          <p:cNvSpPr txBox="1"/>
          <p:nvPr userDrawn="1"/>
        </p:nvSpPr>
        <p:spPr>
          <a:xfrm>
            <a:off x="6809256" y="2764908"/>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a:extLst>
              <a:ext uri="{FF2B5EF4-FFF2-40B4-BE49-F238E27FC236}">
                <a16:creationId xmlns:a16="http://schemas.microsoft.com/office/drawing/2014/main" id="{7F7858D3-EB29-4574-9887-04007DDF5A0B}"/>
              </a:ext>
            </a:extLst>
          </p:cNvPr>
          <p:cNvSpPr txBox="1"/>
          <p:nvPr userDrawn="1"/>
        </p:nvSpPr>
        <p:spPr>
          <a:xfrm>
            <a:off x="6809256" y="3512980"/>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a:extLst>
              <a:ext uri="{FF2B5EF4-FFF2-40B4-BE49-F238E27FC236}">
                <a16:creationId xmlns:a16="http://schemas.microsoft.com/office/drawing/2014/main" id="{9E5C5056-284F-4DF8-8EBF-ED594C24CE32}"/>
              </a:ext>
            </a:extLst>
          </p:cNvPr>
          <p:cNvSpPr txBox="1"/>
          <p:nvPr userDrawn="1"/>
        </p:nvSpPr>
        <p:spPr>
          <a:xfrm>
            <a:off x="6809256" y="4261052"/>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sp>
        <p:nvSpPr>
          <p:cNvPr id="47" name="文本占位符 40">
            <a:extLst>
              <a:ext uri="{FF2B5EF4-FFF2-40B4-BE49-F238E27FC236}">
                <a16:creationId xmlns:a16="http://schemas.microsoft.com/office/drawing/2014/main" id="{DE6C1D1C-BBCF-4A55-BE60-5C9BEA569916}"/>
              </a:ext>
            </a:extLst>
          </p:cNvPr>
          <p:cNvSpPr>
            <a:spLocks noGrp="1"/>
          </p:cNvSpPr>
          <p:nvPr>
            <p:ph type="body" sz="quarter" idx="15" hasCustomPrompt="1"/>
          </p:nvPr>
        </p:nvSpPr>
        <p:spPr>
          <a:xfrm>
            <a:off x="7819905" y="5070163"/>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8" name="文本框 47">
            <a:extLst>
              <a:ext uri="{FF2B5EF4-FFF2-40B4-BE49-F238E27FC236}">
                <a16:creationId xmlns:a16="http://schemas.microsoft.com/office/drawing/2014/main" id="{9D06A1A9-0BD9-48A8-B6A6-2404F9BF51E0}"/>
              </a:ext>
            </a:extLst>
          </p:cNvPr>
          <p:cNvSpPr txBox="1"/>
          <p:nvPr userDrawn="1"/>
        </p:nvSpPr>
        <p:spPr>
          <a:xfrm>
            <a:off x="6809256" y="5009126"/>
            <a:ext cx="675822" cy="584775"/>
          </a:xfrm>
          <a:prstGeom prst="rect">
            <a:avLst/>
          </a:prstGeom>
          <a:noFill/>
        </p:spPr>
        <p:txBody>
          <a:bodyPr wrap="square" rtlCol="0">
            <a:spAutoFit/>
          </a:bodyPr>
          <a:lstStyle/>
          <a:p>
            <a:r>
              <a:rPr lang="en-US" altLang="zh-CN" sz="3200" b="1" dirty="0">
                <a:solidFill>
                  <a:srgbClr val="9A0001"/>
                </a:solidFill>
              </a:rPr>
              <a:t>06.</a:t>
            </a:r>
            <a:endParaRPr lang="zh-CN" altLang="en-US" sz="3200" b="1" dirty="0">
              <a:solidFill>
                <a:srgbClr val="9A0001"/>
              </a:solidFill>
            </a:endParaRPr>
          </a:p>
        </p:txBody>
      </p:sp>
    </p:spTree>
    <p:extLst>
      <p:ext uri="{BB962C8B-B14F-4D97-AF65-F5344CB8AC3E}">
        <p14:creationId xmlns:p14="http://schemas.microsoft.com/office/powerpoint/2010/main" val="13630036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6" name="矩形 65">
            <a:extLst>
              <a:ext uri="{FF2B5EF4-FFF2-40B4-BE49-F238E27FC236}">
                <a16:creationId xmlns:a16="http://schemas.microsoft.com/office/drawing/2014/main" id="{9782960B-0298-40C0-9193-B28F17C2A53C}"/>
              </a:ext>
            </a:extLst>
          </p:cNvPr>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cxnSp>
        <p:nvCxnSpPr>
          <p:cNvPr id="70" name="直接连接符 69">
            <a:extLst>
              <a:ext uri="{FF2B5EF4-FFF2-40B4-BE49-F238E27FC236}">
                <a16:creationId xmlns:a16="http://schemas.microsoft.com/office/drawing/2014/main" id="{52622493-1C1B-4EB2-862A-4E4822408AA0}"/>
              </a:ext>
            </a:extLst>
          </p:cNvPr>
          <p:cNvCxnSpPr/>
          <p:nvPr/>
        </p:nvCxnSpPr>
        <p:spPr>
          <a:xfrm>
            <a:off x="996403" y="3428999"/>
            <a:ext cx="3773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占位符 3">
            <a:extLst>
              <a:ext uri="{FF2B5EF4-FFF2-40B4-BE49-F238E27FC236}">
                <a16:creationId xmlns:a16="http://schemas.microsoft.com/office/drawing/2014/main" id="{8AA9FB39-26D8-421B-89F7-86CD2AE08CD8}"/>
              </a:ext>
            </a:extLst>
          </p:cNvPr>
          <p:cNvSpPr>
            <a:spLocks noGrp="1"/>
          </p:cNvSpPr>
          <p:nvPr userDrawn="1">
            <p:ph type="body" sz="quarter" idx="10" hasCustomPrompt="1"/>
          </p:nvPr>
        </p:nvSpPr>
        <p:spPr>
          <a:xfrm>
            <a:off x="2465501" y="2552244"/>
            <a:ext cx="5716686" cy="707886"/>
          </a:xfrm>
        </p:spPr>
        <p:txBody>
          <a:bodyPr anchor="ctr" anchorCtr="0">
            <a:normAutofit/>
          </a:bodyPr>
          <a:lstStyle>
            <a:lvl1pPr marL="0" indent="0">
              <a:buFontTx/>
              <a:buNone/>
              <a:defRPr kumimoji="0" lang="zh-CN" altLang="en-US" sz="4000" b="1" i="0" u="none" strike="noStrike" kern="1200" cap="none" spc="0" normalizeH="0" baseline="0" dirty="0" smtClean="0">
                <a:ln>
                  <a:noFill/>
                </a:ln>
                <a:solidFill>
                  <a:prstClr val="white"/>
                </a:solidFill>
                <a:effectLst/>
                <a:uLnTx/>
                <a:uFillTx/>
                <a:latin typeface="Arial" panose="020F0502020204030204"/>
                <a:ea typeface="Microsoft Ya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XX</a:t>
            </a:r>
            <a:endParaRPr lang="zh-CN" altLang="en-US" dirty="0"/>
          </a:p>
        </p:txBody>
      </p:sp>
      <p:sp>
        <p:nvSpPr>
          <p:cNvPr id="127" name="文本占位符 3">
            <a:extLst>
              <a:ext uri="{FF2B5EF4-FFF2-40B4-BE49-F238E27FC236}">
                <a16:creationId xmlns:a16="http://schemas.microsoft.com/office/drawing/2014/main" id="{2233AA7D-0112-4B75-9284-9FC6FC0D1D63}"/>
              </a:ext>
            </a:extLst>
          </p:cNvPr>
          <p:cNvSpPr>
            <a:spLocks noGrp="1"/>
          </p:cNvSpPr>
          <p:nvPr>
            <p:ph type="body" sz="quarter" idx="11" hasCustomPrompt="1"/>
          </p:nvPr>
        </p:nvSpPr>
        <p:spPr>
          <a:xfrm>
            <a:off x="882188" y="3684327"/>
            <a:ext cx="7299999" cy="887667"/>
          </a:xfrm>
        </p:spPr>
        <p:txBody>
          <a:bodyPr>
            <a:noAutofit/>
          </a:bodyPr>
          <a:lstStyle>
            <a:lvl1pPr marL="0" indent="0">
              <a:buFontTx/>
              <a:buNone/>
              <a:defRPr lang="zh-CN" altLang="en-US" sz="4800" b="1" kern="1200" spc="400" dirty="0" smtClean="0">
                <a:solidFill>
                  <a:prstClr val="white"/>
                </a:solidFill>
                <a:latin typeface="Arial" panose="020F0502020204030204"/>
                <a:ea typeface="Microsoft Ya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输入标题文本</a:t>
            </a:r>
          </a:p>
        </p:txBody>
      </p:sp>
      <p:pic>
        <p:nvPicPr>
          <p:cNvPr id="128" name="图形 127">
            <a:extLst>
              <a:ext uri="{FF2B5EF4-FFF2-40B4-BE49-F238E27FC236}">
                <a16:creationId xmlns:a16="http://schemas.microsoft.com/office/drawing/2014/main" id="{B6E5D4A0-9D5F-45D9-899A-F03F9DFF710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3687" y="1559486"/>
            <a:ext cx="5172316" cy="3739027"/>
          </a:xfrm>
          <a:prstGeom prst="rect">
            <a:avLst/>
          </a:prstGeom>
        </p:spPr>
      </p:pic>
      <p:grpSp>
        <p:nvGrpSpPr>
          <p:cNvPr id="62" name="组合 61">
            <a:extLst>
              <a:ext uri="{FF2B5EF4-FFF2-40B4-BE49-F238E27FC236}">
                <a16:creationId xmlns:a16="http://schemas.microsoft.com/office/drawing/2014/main" id="{2AC37DB6-BAC9-459C-B3EE-FDA00215A951}"/>
              </a:ext>
            </a:extLst>
          </p:cNvPr>
          <p:cNvGrpSpPr/>
          <p:nvPr userDrawn="1"/>
        </p:nvGrpSpPr>
        <p:grpSpPr>
          <a:xfrm>
            <a:off x="1654090" y="1145460"/>
            <a:ext cx="1477533" cy="108755"/>
            <a:chOff x="4616246" y="3878362"/>
            <a:chExt cx="5571416" cy="410087"/>
          </a:xfrm>
          <a:solidFill>
            <a:schemeClr val="tx1">
              <a:alpha val="80000"/>
            </a:schemeClr>
          </a:solidFill>
        </p:grpSpPr>
        <p:sp>
          <p:nvSpPr>
            <p:cNvPr id="63" name="Freeform 17">
              <a:extLst>
                <a:ext uri="{FF2B5EF4-FFF2-40B4-BE49-F238E27FC236}">
                  <a16:creationId xmlns:a16="http://schemas.microsoft.com/office/drawing/2014/main" id="{504FCFA3-39FB-4B2B-9BFB-25978CCCA565}"/>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4" name="Freeform 18">
              <a:extLst>
                <a:ext uri="{FF2B5EF4-FFF2-40B4-BE49-F238E27FC236}">
                  <a16:creationId xmlns:a16="http://schemas.microsoft.com/office/drawing/2014/main" id="{A3FBFB70-9C9F-4DFE-BA7E-B2EF8E855B3E}"/>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5" name="Freeform 19">
              <a:extLst>
                <a:ext uri="{FF2B5EF4-FFF2-40B4-BE49-F238E27FC236}">
                  <a16:creationId xmlns:a16="http://schemas.microsoft.com/office/drawing/2014/main" id="{598D91F9-4849-4702-91A4-5EC21EE1F3E2}"/>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7" name="Freeform 20">
              <a:extLst>
                <a:ext uri="{FF2B5EF4-FFF2-40B4-BE49-F238E27FC236}">
                  <a16:creationId xmlns:a16="http://schemas.microsoft.com/office/drawing/2014/main" id="{A3DEDF37-FABD-4768-B994-5CFB44ACF183}"/>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8" name="Freeform 21">
              <a:extLst>
                <a:ext uri="{FF2B5EF4-FFF2-40B4-BE49-F238E27FC236}">
                  <a16:creationId xmlns:a16="http://schemas.microsoft.com/office/drawing/2014/main" id="{9366BE37-2A45-4B1D-BCB3-68A2BC16F427}"/>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22">
              <a:extLst>
                <a:ext uri="{FF2B5EF4-FFF2-40B4-BE49-F238E27FC236}">
                  <a16:creationId xmlns:a16="http://schemas.microsoft.com/office/drawing/2014/main" id="{336BE8A3-3CE2-4FF2-84AE-C2A47F66283F}"/>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1" name="Freeform 23">
              <a:extLst>
                <a:ext uri="{FF2B5EF4-FFF2-40B4-BE49-F238E27FC236}">
                  <a16:creationId xmlns:a16="http://schemas.microsoft.com/office/drawing/2014/main" id="{88041DDA-AE33-4EF1-842D-F936013FB61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29" name="Freeform 25">
              <a:extLst>
                <a:ext uri="{FF2B5EF4-FFF2-40B4-BE49-F238E27FC236}">
                  <a16:creationId xmlns:a16="http://schemas.microsoft.com/office/drawing/2014/main" id="{706182FD-3EAA-45B9-93DD-BCE1670E07FA}"/>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0" name="Freeform 27">
              <a:extLst>
                <a:ext uri="{FF2B5EF4-FFF2-40B4-BE49-F238E27FC236}">
                  <a16:creationId xmlns:a16="http://schemas.microsoft.com/office/drawing/2014/main" id="{E83B3483-EA8E-4C84-9BD1-4E5F98AA9387}"/>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1" name="Freeform 29">
              <a:extLst>
                <a:ext uri="{FF2B5EF4-FFF2-40B4-BE49-F238E27FC236}">
                  <a16:creationId xmlns:a16="http://schemas.microsoft.com/office/drawing/2014/main" id="{ABD5AC87-B621-4108-92CB-D265896F5894}"/>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2" name="Freeform 30">
              <a:extLst>
                <a:ext uri="{FF2B5EF4-FFF2-40B4-BE49-F238E27FC236}">
                  <a16:creationId xmlns:a16="http://schemas.microsoft.com/office/drawing/2014/main" id="{0BB2B514-BAFC-4B2E-9426-ACF7AAF083D8}"/>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3" name="Freeform 31">
              <a:extLst>
                <a:ext uri="{FF2B5EF4-FFF2-40B4-BE49-F238E27FC236}">
                  <a16:creationId xmlns:a16="http://schemas.microsoft.com/office/drawing/2014/main" id="{95F1D8E8-509F-457F-A39C-06F7223B846F}"/>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4" name="Freeform 32">
              <a:extLst>
                <a:ext uri="{FF2B5EF4-FFF2-40B4-BE49-F238E27FC236}">
                  <a16:creationId xmlns:a16="http://schemas.microsoft.com/office/drawing/2014/main" id="{2BDC60B4-2A03-4259-99D7-D6952CF7DC70}"/>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5" name="Freeform 33">
              <a:extLst>
                <a:ext uri="{FF2B5EF4-FFF2-40B4-BE49-F238E27FC236}">
                  <a16:creationId xmlns:a16="http://schemas.microsoft.com/office/drawing/2014/main" id="{D04146B2-3540-4B26-86A2-964C8A3808E0}"/>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6" name="Freeform 34">
              <a:extLst>
                <a:ext uri="{FF2B5EF4-FFF2-40B4-BE49-F238E27FC236}">
                  <a16:creationId xmlns:a16="http://schemas.microsoft.com/office/drawing/2014/main" id="{941B3BC6-A11E-4E3B-B07D-B7635E70A572}"/>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7" name="Freeform 35">
              <a:extLst>
                <a:ext uri="{FF2B5EF4-FFF2-40B4-BE49-F238E27FC236}">
                  <a16:creationId xmlns:a16="http://schemas.microsoft.com/office/drawing/2014/main" id="{BD558C4E-8B51-4077-9535-D4EA2266CCB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38" name="组合 137">
            <a:extLst>
              <a:ext uri="{FF2B5EF4-FFF2-40B4-BE49-F238E27FC236}">
                <a16:creationId xmlns:a16="http://schemas.microsoft.com/office/drawing/2014/main" id="{38946306-BB01-47D1-85B2-D73ED91B5724}"/>
              </a:ext>
            </a:extLst>
          </p:cNvPr>
          <p:cNvGrpSpPr/>
          <p:nvPr userDrawn="1"/>
        </p:nvGrpSpPr>
        <p:grpSpPr>
          <a:xfrm>
            <a:off x="1651541" y="660313"/>
            <a:ext cx="1483481" cy="423973"/>
            <a:chOff x="4606634" y="2048989"/>
            <a:chExt cx="5593843" cy="1598699"/>
          </a:xfrm>
          <a:solidFill>
            <a:schemeClr val="accent1">
              <a:alpha val="80000"/>
            </a:schemeClr>
          </a:solidFill>
        </p:grpSpPr>
        <p:sp>
          <p:nvSpPr>
            <p:cNvPr id="139" name="Freeform 9">
              <a:extLst>
                <a:ext uri="{FF2B5EF4-FFF2-40B4-BE49-F238E27FC236}">
                  <a16:creationId xmlns:a16="http://schemas.microsoft.com/office/drawing/2014/main" id="{E18931A2-267C-4A71-BE71-C188DA79BE3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0" name="Freeform 10">
              <a:extLst>
                <a:ext uri="{FF2B5EF4-FFF2-40B4-BE49-F238E27FC236}">
                  <a16:creationId xmlns:a16="http://schemas.microsoft.com/office/drawing/2014/main" id="{703B4DA1-DADE-4E2C-A526-6A13B8A77CE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1" name="Freeform 11">
              <a:extLst>
                <a:ext uri="{FF2B5EF4-FFF2-40B4-BE49-F238E27FC236}">
                  <a16:creationId xmlns:a16="http://schemas.microsoft.com/office/drawing/2014/main" id="{1B331AD2-6B35-4E0A-A20B-4A72FE3A5968}"/>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2" name="Freeform 12">
              <a:extLst>
                <a:ext uri="{FF2B5EF4-FFF2-40B4-BE49-F238E27FC236}">
                  <a16:creationId xmlns:a16="http://schemas.microsoft.com/office/drawing/2014/main" id="{FD62C409-3631-46E2-9587-CB2E648032C0}"/>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3" name="Freeform 13">
              <a:extLst>
                <a:ext uri="{FF2B5EF4-FFF2-40B4-BE49-F238E27FC236}">
                  <a16:creationId xmlns:a16="http://schemas.microsoft.com/office/drawing/2014/main" id="{55833334-4E68-4E9E-BB6D-2E9AF330F93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4" name="Freeform 14">
              <a:extLst>
                <a:ext uri="{FF2B5EF4-FFF2-40B4-BE49-F238E27FC236}">
                  <a16:creationId xmlns:a16="http://schemas.microsoft.com/office/drawing/2014/main" id="{0541028C-AF39-4761-8CCB-ED2A4989788C}"/>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5" name="Freeform 15">
              <a:extLst>
                <a:ext uri="{FF2B5EF4-FFF2-40B4-BE49-F238E27FC236}">
                  <a16:creationId xmlns:a16="http://schemas.microsoft.com/office/drawing/2014/main" id="{029E28D3-B454-45B2-9289-2968F3EBFEE6}"/>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6" name="Freeform 16">
              <a:extLst>
                <a:ext uri="{FF2B5EF4-FFF2-40B4-BE49-F238E27FC236}">
                  <a16:creationId xmlns:a16="http://schemas.microsoft.com/office/drawing/2014/main" id="{D0BB8E3B-59F6-4A01-960E-0F7B97844633}"/>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7" name="Freeform 24">
              <a:extLst>
                <a:ext uri="{FF2B5EF4-FFF2-40B4-BE49-F238E27FC236}">
                  <a16:creationId xmlns:a16="http://schemas.microsoft.com/office/drawing/2014/main" id="{05627743-9A54-4094-B73D-287771342A31}"/>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8" name="Freeform 26">
              <a:extLst>
                <a:ext uri="{FF2B5EF4-FFF2-40B4-BE49-F238E27FC236}">
                  <a16:creationId xmlns:a16="http://schemas.microsoft.com/office/drawing/2014/main" id="{699C7083-01DE-4A4B-84DD-E90155913A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28">
              <a:extLst>
                <a:ext uri="{FF2B5EF4-FFF2-40B4-BE49-F238E27FC236}">
                  <a16:creationId xmlns:a16="http://schemas.microsoft.com/office/drawing/2014/main" id="{8B40CCE1-C62C-4D51-9D8F-C4639686629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36">
              <a:extLst>
                <a:ext uri="{FF2B5EF4-FFF2-40B4-BE49-F238E27FC236}">
                  <a16:creationId xmlns:a16="http://schemas.microsoft.com/office/drawing/2014/main" id="{61179EB0-0CBF-4D6F-AAA1-7720EA90C8E5}"/>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51" name="组合 150">
            <a:extLst>
              <a:ext uri="{FF2B5EF4-FFF2-40B4-BE49-F238E27FC236}">
                <a16:creationId xmlns:a16="http://schemas.microsoft.com/office/drawing/2014/main" id="{6B04C171-0905-4BEB-B13A-7AFFEA8524C5}"/>
              </a:ext>
            </a:extLst>
          </p:cNvPr>
          <p:cNvGrpSpPr/>
          <p:nvPr userDrawn="1"/>
        </p:nvGrpSpPr>
        <p:grpSpPr>
          <a:xfrm>
            <a:off x="882188" y="613507"/>
            <a:ext cx="664422" cy="662874"/>
            <a:chOff x="2105799" y="20055838"/>
            <a:chExt cx="6748090" cy="6732363"/>
          </a:xfrm>
          <a:solidFill>
            <a:schemeClr val="accent1">
              <a:alpha val="80000"/>
            </a:schemeClr>
          </a:solidFill>
        </p:grpSpPr>
        <p:sp>
          <p:nvSpPr>
            <p:cNvPr id="152" name="Freeform 8">
              <a:extLst>
                <a:ext uri="{FF2B5EF4-FFF2-40B4-BE49-F238E27FC236}">
                  <a16:creationId xmlns:a16="http://schemas.microsoft.com/office/drawing/2014/main" id="{CE509FB2-EF54-4D15-964E-BAE3FD9A6BFA}"/>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3" name="Freeform 42">
              <a:extLst>
                <a:ext uri="{FF2B5EF4-FFF2-40B4-BE49-F238E27FC236}">
                  <a16:creationId xmlns:a16="http://schemas.microsoft.com/office/drawing/2014/main" id="{B6C8DC3B-EE8C-45F4-A99E-60D92CFF9B3C}"/>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4" name="Freeform 43">
              <a:extLst>
                <a:ext uri="{FF2B5EF4-FFF2-40B4-BE49-F238E27FC236}">
                  <a16:creationId xmlns:a16="http://schemas.microsoft.com/office/drawing/2014/main" id="{650C3229-0411-4A34-96B6-2C91F8F76571}"/>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5" name="Freeform 44">
              <a:extLst>
                <a:ext uri="{FF2B5EF4-FFF2-40B4-BE49-F238E27FC236}">
                  <a16:creationId xmlns:a16="http://schemas.microsoft.com/office/drawing/2014/main" id="{223A77F5-8164-45E2-A8A5-337C1C7D6D45}"/>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6" name="Freeform 45">
              <a:extLst>
                <a:ext uri="{FF2B5EF4-FFF2-40B4-BE49-F238E27FC236}">
                  <a16:creationId xmlns:a16="http://schemas.microsoft.com/office/drawing/2014/main" id="{60FC465B-2605-409D-B52E-3D0CB8A1D6F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7" name="Freeform 46">
              <a:extLst>
                <a:ext uri="{FF2B5EF4-FFF2-40B4-BE49-F238E27FC236}">
                  <a16:creationId xmlns:a16="http://schemas.microsoft.com/office/drawing/2014/main" id="{70666028-30B0-4A46-86FB-A42432CCF205}"/>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8" name="Freeform 47">
              <a:extLst>
                <a:ext uri="{FF2B5EF4-FFF2-40B4-BE49-F238E27FC236}">
                  <a16:creationId xmlns:a16="http://schemas.microsoft.com/office/drawing/2014/main" id="{66285623-1ECC-4019-998B-0FFEC53E1FEB}"/>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9" name="Freeform 48">
              <a:extLst>
                <a:ext uri="{FF2B5EF4-FFF2-40B4-BE49-F238E27FC236}">
                  <a16:creationId xmlns:a16="http://schemas.microsoft.com/office/drawing/2014/main" id="{DE28096A-EBC6-48DC-B28E-FDF15022B522}"/>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0" name="Freeform 49">
              <a:extLst>
                <a:ext uri="{FF2B5EF4-FFF2-40B4-BE49-F238E27FC236}">
                  <a16:creationId xmlns:a16="http://schemas.microsoft.com/office/drawing/2014/main" id="{C82365C2-71DD-4925-A67B-CAA854D300EE}"/>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1" name="Freeform 50">
              <a:extLst>
                <a:ext uri="{FF2B5EF4-FFF2-40B4-BE49-F238E27FC236}">
                  <a16:creationId xmlns:a16="http://schemas.microsoft.com/office/drawing/2014/main" id="{F69923CB-AB0E-4DAA-8CB4-05A540FC571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2" name="Freeform 51">
              <a:extLst>
                <a:ext uri="{FF2B5EF4-FFF2-40B4-BE49-F238E27FC236}">
                  <a16:creationId xmlns:a16="http://schemas.microsoft.com/office/drawing/2014/main" id="{0C9872BA-3C4D-4098-8153-AF0C234620B5}"/>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3" name="Freeform 52">
              <a:extLst>
                <a:ext uri="{FF2B5EF4-FFF2-40B4-BE49-F238E27FC236}">
                  <a16:creationId xmlns:a16="http://schemas.microsoft.com/office/drawing/2014/main" id="{4137D422-E6EB-490E-9416-24F82972F9B0}"/>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4" name="Freeform 53">
              <a:extLst>
                <a:ext uri="{FF2B5EF4-FFF2-40B4-BE49-F238E27FC236}">
                  <a16:creationId xmlns:a16="http://schemas.microsoft.com/office/drawing/2014/main" id="{BB0D0761-D478-4C17-815A-0A6AD74194EA}"/>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5" name="Freeform 54">
              <a:extLst>
                <a:ext uri="{FF2B5EF4-FFF2-40B4-BE49-F238E27FC236}">
                  <a16:creationId xmlns:a16="http://schemas.microsoft.com/office/drawing/2014/main" id="{4E5F6A7C-2998-4CCF-BF1E-D9077A867373}"/>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6" name="Freeform 55">
              <a:extLst>
                <a:ext uri="{FF2B5EF4-FFF2-40B4-BE49-F238E27FC236}">
                  <a16:creationId xmlns:a16="http://schemas.microsoft.com/office/drawing/2014/main" id="{B8C17893-2B8C-4402-9B0A-CFAC1EEC5BFE}"/>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7" name="Freeform 56">
              <a:extLst>
                <a:ext uri="{FF2B5EF4-FFF2-40B4-BE49-F238E27FC236}">
                  <a16:creationId xmlns:a16="http://schemas.microsoft.com/office/drawing/2014/main" id="{80A4A95E-1D12-4BFB-84A3-6E69192B6F66}"/>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8" name="Freeform 57">
              <a:extLst>
                <a:ext uri="{FF2B5EF4-FFF2-40B4-BE49-F238E27FC236}">
                  <a16:creationId xmlns:a16="http://schemas.microsoft.com/office/drawing/2014/main" id="{DE09AAE9-B869-4D14-9A6E-6B1E8F9D918C}"/>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9" name="Freeform 58">
              <a:extLst>
                <a:ext uri="{FF2B5EF4-FFF2-40B4-BE49-F238E27FC236}">
                  <a16:creationId xmlns:a16="http://schemas.microsoft.com/office/drawing/2014/main" id="{DACFD2A8-35E2-4D17-A432-C4445B1DE430}"/>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0" name="Freeform 59">
              <a:extLst>
                <a:ext uri="{FF2B5EF4-FFF2-40B4-BE49-F238E27FC236}">
                  <a16:creationId xmlns:a16="http://schemas.microsoft.com/office/drawing/2014/main" id="{20394763-C255-444B-940F-5BE2CAE09593}"/>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1" name="Freeform 60">
              <a:extLst>
                <a:ext uri="{FF2B5EF4-FFF2-40B4-BE49-F238E27FC236}">
                  <a16:creationId xmlns:a16="http://schemas.microsoft.com/office/drawing/2014/main" id="{D5DB92F4-CCF4-48BD-8A77-44191933714C}"/>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2" name="Freeform 61">
              <a:extLst>
                <a:ext uri="{FF2B5EF4-FFF2-40B4-BE49-F238E27FC236}">
                  <a16:creationId xmlns:a16="http://schemas.microsoft.com/office/drawing/2014/main" id="{39B52CE4-6F33-4717-912A-6C0F2BA53183}"/>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3" name="Freeform 62">
              <a:extLst>
                <a:ext uri="{FF2B5EF4-FFF2-40B4-BE49-F238E27FC236}">
                  <a16:creationId xmlns:a16="http://schemas.microsoft.com/office/drawing/2014/main" id="{25F6B581-6C3D-4732-943C-D740A1C3671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4" name="Freeform 71">
              <a:extLst>
                <a:ext uri="{FF2B5EF4-FFF2-40B4-BE49-F238E27FC236}">
                  <a16:creationId xmlns:a16="http://schemas.microsoft.com/office/drawing/2014/main" id="{043007A9-32DC-46FF-96D2-A7D27193ED5E}"/>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sp>
        <p:nvSpPr>
          <p:cNvPr id="5" name="矩形 4">
            <a:extLst>
              <a:ext uri="{FF2B5EF4-FFF2-40B4-BE49-F238E27FC236}">
                <a16:creationId xmlns:a16="http://schemas.microsoft.com/office/drawing/2014/main" id="{3701D6A2-E0B4-4D59-BD49-A67266448E1E}"/>
              </a:ext>
            </a:extLst>
          </p:cNvPr>
          <p:cNvSpPr/>
          <p:nvPr userDrawn="1"/>
        </p:nvSpPr>
        <p:spPr>
          <a:xfrm>
            <a:off x="875308" y="2536911"/>
            <a:ext cx="1503040" cy="707886"/>
          </a:xfrm>
          <a:prstGeom prst="rect">
            <a:avLst/>
          </a:prstGeom>
        </p:spPr>
        <p:txBody>
          <a:bodyPr wrap="none">
            <a:spAutoFit/>
          </a:bodyPr>
          <a:lstStyle/>
          <a:p>
            <a:r>
              <a:rPr kumimoji="0" lang="en-US" altLang="zh-CN" sz="4000" b="0" i="0" u="none" strike="noStrike" kern="1200" cap="none" spc="0" normalizeH="0" baseline="0" dirty="0">
                <a:ln>
                  <a:noFill/>
                </a:ln>
                <a:solidFill>
                  <a:prstClr val="white"/>
                </a:solidFill>
                <a:effectLst/>
                <a:uLnTx/>
                <a:uFillTx/>
                <a:latin typeface="Arial" panose="020F0502020204030204"/>
                <a:ea typeface="Microsoft YaHei"/>
                <a:cs typeface="+mn-ea"/>
              </a:rPr>
              <a:t>PART</a:t>
            </a:r>
            <a:endParaRPr kumimoji="0" lang="zh-CN" altLang="en-US" sz="4000" b="0" i="0" u="none" strike="noStrike" kern="1200" cap="none" spc="0" normalizeH="0" baseline="0" dirty="0">
              <a:ln>
                <a:noFill/>
              </a:ln>
              <a:solidFill>
                <a:prstClr val="white"/>
              </a:solidFill>
              <a:effectLst/>
              <a:uLnTx/>
              <a:uFillTx/>
              <a:latin typeface="Arial" panose="020F0502020204030204"/>
              <a:ea typeface="Microsoft YaHei"/>
              <a:cs typeface="+mn-ea"/>
            </a:endParaRPr>
          </a:p>
        </p:txBody>
      </p:sp>
    </p:spTree>
    <p:extLst>
      <p:ext uri="{BB962C8B-B14F-4D97-AF65-F5344CB8AC3E}">
        <p14:creationId xmlns:p14="http://schemas.microsoft.com/office/powerpoint/2010/main" val="7105243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结尾">
    <p:spTree>
      <p:nvGrpSpPr>
        <p:cNvPr id="1" name=""/>
        <p:cNvGrpSpPr/>
        <p:nvPr/>
      </p:nvGrpSpPr>
      <p:grpSpPr>
        <a:xfrm>
          <a:off x="0" y="0"/>
          <a:ext cx="0" cy="0"/>
          <a:chOff x="0" y="0"/>
          <a:chExt cx="0" cy="0"/>
        </a:xfrm>
      </p:grpSpPr>
      <p:sp>
        <p:nvSpPr>
          <p:cNvPr id="66" name="矩形 65">
            <a:extLst>
              <a:ext uri="{FF2B5EF4-FFF2-40B4-BE49-F238E27FC236}">
                <a16:creationId xmlns:a16="http://schemas.microsoft.com/office/drawing/2014/main" id="{9782960B-0298-40C0-9193-B28F17C2A53C}"/>
              </a:ext>
            </a:extLst>
          </p:cNvPr>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sp>
        <p:nvSpPr>
          <p:cNvPr id="63" name="椭圆 62">
            <a:extLst>
              <a:ext uri="{FF2B5EF4-FFF2-40B4-BE49-F238E27FC236}">
                <a16:creationId xmlns:a16="http://schemas.microsoft.com/office/drawing/2014/main" id="{F26480F6-566C-42F1-91D5-B755F6AB5120}"/>
              </a:ext>
            </a:extLst>
          </p:cNvPr>
          <p:cNvSpPr/>
          <p:nvPr/>
        </p:nvSpPr>
        <p:spPr>
          <a:xfrm>
            <a:off x="5197121" y="624817"/>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64" name="组合 63">
            <a:extLst>
              <a:ext uri="{FF2B5EF4-FFF2-40B4-BE49-F238E27FC236}">
                <a16:creationId xmlns:a16="http://schemas.microsoft.com/office/drawing/2014/main" id="{17D64BBA-58A8-428F-887C-708E5659D46B}"/>
              </a:ext>
            </a:extLst>
          </p:cNvPr>
          <p:cNvGrpSpPr/>
          <p:nvPr/>
        </p:nvGrpSpPr>
        <p:grpSpPr>
          <a:xfrm>
            <a:off x="5317814" y="741574"/>
            <a:ext cx="1614432" cy="1610666"/>
            <a:chOff x="2105799" y="20055838"/>
            <a:chExt cx="6748090" cy="6732363"/>
          </a:xfrm>
          <a:solidFill>
            <a:schemeClr val="accent1"/>
          </a:solidFill>
        </p:grpSpPr>
        <p:sp>
          <p:nvSpPr>
            <p:cNvPr id="65" name="Freeform 8">
              <a:extLst>
                <a:ext uri="{FF2B5EF4-FFF2-40B4-BE49-F238E27FC236}">
                  <a16:creationId xmlns:a16="http://schemas.microsoft.com/office/drawing/2014/main" id="{BDD6A6EB-5C5E-45A6-BF3E-295FF9FE1D01}"/>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42">
              <a:extLst>
                <a:ext uri="{FF2B5EF4-FFF2-40B4-BE49-F238E27FC236}">
                  <a16:creationId xmlns:a16="http://schemas.microsoft.com/office/drawing/2014/main" id="{00087E73-C04B-4FF7-88CC-39D146CEE80C}"/>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43">
              <a:extLst>
                <a:ext uri="{FF2B5EF4-FFF2-40B4-BE49-F238E27FC236}">
                  <a16:creationId xmlns:a16="http://schemas.microsoft.com/office/drawing/2014/main" id="{F6684CF1-760F-4F38-9B51-B2BE6F7F0E65}"/>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44">
              <a:extLst>
                <a:ext uri="{FF2B5EF4-FFF2-40B4-BE49-F238E27FC236}">
                  <a16:creationId xmlns:a16="http://schemas.microsoft.com/office/drawing/2014/main" id="{6C357B19-2185-4923-86AB-573939DB1CCB}"/>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1" name="Freeform 45">
              <a:extLst>
                <a:ext uri="{FF2B5EF4-FFF2-40B4-BE49-F238E27FC236}">
                  <a16:creationId xmlns:a16="http://schemas.microsoft.com/office/drawing/2014/main" id="{745C8593-CAD2-4EAD-B82D-AA253F717155}"/>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29" name="Freeform 46">
              <a:extLst>
                <a:ext uri="{FF2B5EF4-FFF2-40B4-BE49-F238E27FC236}">
                  <a16:creationId xmlns:a16="http://schemas.microsoft.com/office/drawing/2014/main" id="{B384B41B-780D-42AB-A063-7052CC29D75D}"/>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0" name="Freeform 47">
              <a:extLst>
                <a:ext uri="{FF2B5EF4-FFF2-40B4-BE49-F238E27FC236}">
                  <a16:creationId xmlns:a16="http://schemas.microsoft.com/office/drawing/2014/main" id="{62FE602F-E75B-4D93-9D94-F688FA6403DC}"/>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1" name="Freeform 48">
              <a:extLst>
                <a:ext uri="{FF2B5EF4-FFF2-40B4-BE49-F238E27FC236}">
                  <a16:creationId xmlns:a16="http://schemas.microsoft.com/office/drawing/2014/main" id="{B0340309-59C7-41A5-A975-6ED4FC695589}"/>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2" name="Freeform 49">
              <a:extLst>
                <a:ext uri="{FF2B5EF4-FFF2-40B4-BE49-F238E27FC236}">
                  <a16:creationId xmlns:a16="http://schemas.microsoft.com/office/drawing/2014/main" id="{2CF388E8-3611-4410-879E-C23BF15610B0}"/>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3" name="Freeform 50">
              <a:extLst>
                <a:ext uri="{FF2B5EF4-FFF2-40B4-BE49-F238E27FC236}">
                  <a16:creationId xmlns:a16="http://schemas.microsoft.com/office/drawing/2014/main" id="{A7E39C54-EAB6-4670-9911-865D0ABBAC33}"/>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4" name="Freeform 51">
              <a:extLst>
                <a:ext uri="{FF2B5EF4-FFF2-40B4-BE49-F238E27FC236}">
                  <a16:creationId xmlns:a16="http://schemas.microsoft.com/office/drawing/2014/main" id="{C328AEB8-604B-4FE9-95BF-7EA4E8ED5D3C}"/>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5" name="Freeform 52">
              <a:extLst>
                <a:ext uri="{FF2B5EF4-FFF2-40B4-BE49-F238E27FC236}">
                  <a16:creationId xmlns:a16="http://schemas.microsoft.com/office/drawing/2014/main" id="{81BC006C-BCD9-45CD-9774-051F478861B4}"/>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6" name="Freeform 53">
              <a:extLst>
                <a:ext uri="{FF2B5EF4-FFF2-40B4-BE49-F238E27FC236}">
                  <a16:creationId xmlns:a16="http://schemas.microsoft.com/office/drawing/2014/main" id="{086DBB45-39C4-44DE-AB86-92873FECAA8E}"/>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7" name="Freeform 54">
              <a:extLst>
                <a:ext uri="{FF2B5EF4-FFF2-40B4-BE49-F238E27FC236}">
                  <a16:creationId xmlns:a16="http://schemas.microsoft.com/office/drawing/2014/main" id="{09A277B2-A3BA-43A2-BA82-813C993033E8}"/>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8" name="Freeform 55">
              <a:extLst>
                <a:ext uri="{FF2B5EF4-FFF2-40B4-BE49-F238E27FC236}">
                  <a16:creationId xmlns:a16="http://schemas.microsoft.com/office/drawing/2014/main" id="{3BBD2727-FD37-443A-B218-1F396F8598AF}"/>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9" name="Freeform 56">
              <a:extLst>
                <a:ext uri="{FF2B5EF4-FFF2-40B4-BE49-F238E27FC236}">
                  <a16:creationId xmlns:a16="http://schemas.microsoft.com/office/drawing/2014/main" id="{246B2677-07FC-46C4-AA93-81A6A49524E9}"/>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0" name="Freeform 57">
              <a:extLst>
                <a:ext uri="{FF2B5EF4-FFF2-40B4-BE49-F238E27FC236}">
                  <a16:creationId xmlns:a16="http://schemas.microsoft.com/office/drawing/2014/main" id="{3C345CC2-F3A1-4D57-A0B2-DBACACAF6DA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1" name="Freeform 58">
              <a:extLst>
                <a:ext uri="{FF2B5EF4-FFF2-40B4-BE49-F238E27FC236}">
                  <a16:creationId xmlns:a16="http://schemas.microsoft.com/office/drawing/2014/main" id="{8F6163AE-D7D4-48CF-8F56-27751A27AAE4}"/>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2" name="Freeform 59">
              <a:extLst>
                <a:ext uri="{FF2B5EF4-FFF2-40B4-BE49-F238E27FC236}">
                  <a16:creationId xmlns:a16="http://schemas.microsoft.com/office/drawing/2014/main" id="{DA1F4E85-B289-49FE-BD0A-6540821598DD}"/>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3" name="Freeform 60">
              <a:extLst>
                <a:ext uri="{FF2B5EF4-FFF2-40B4-BE49-F238E27FC236}">
                  <a16:creationId xmlns:a16="http://schemas.microsoft.com/office/drawing/2014/main" id="{DE778FDA-1390-418E-A32B-D860CAB1DDFA}"/>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4" name="Freeform 61">
              <a:extLst>
                <a:ext uri="{FF2B5EF4-FFF2-40B4-BE49-F238E27FC236}">
                  <a16:creationId xmlns:a16="http://schemas.microsoft.com/office/drawing/2014/main" id="{FCCA6383-EF4D-4BBE-B1B8-1964323BC8A8}"/>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5" name="Freeform 62">
              <a:extLst>
                <a:ext uri="{FF2B5EF4-FFF2-40B4-BE49-F238E27FC236}">
                  <a16:creationId xmlns:a16="http://schemas.microsoft.com/office/drawing/2014/main" id="{23CCBDCB-F7EF-4C6E-AFA9-224128705B98}"/>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6" name="Freeform 71">
              <a:extLst>
                <a:ext uri="{FF2B5EF4-FFF2-40B4-BE49-F238E27FC236}">
                  <a16:creationId xmlns:a16="http://schemas.microsoft.com/office/drawing/2014/main" id="{895D5DE4-D3E3-44FD-A936-3D4830CD2F66}"/>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grpSp>
      <p:sp>
        <p:nvSpPr>
          <p:cNvPr id="147" name="标题 1">
            <a:extLst>
              <a:ext uri="{FF2B5EF4-FFF2-40B4-BE49-F238E27FC236}">
                <a16:creationId xmlns:a16="http://schemas.microsoft.com/office/drawing/2014/main" id="{BD9599D0-9EF4-485D-9BF2-FE64B75665AD}"/>
              </a:ext>
            </a:extLst>
          </p:cNvPr>
          <p:cNvSpPr>
            <a:spLocks noGrp="1"/>
          </p:cNvSpPr>
          <p:nvPr userDrawn="1">
            <p:ph type="ctrTitle" hasCustomPrompt="1"/>
          </p:nvPr>
        </p:nvSpPr>
        <p:spPr>
          <a:xfrm>
            <a:off x="1615440" y="2929530"/>
            <a:ext cx="8961120" cy="1213643"/>
          </a:xfr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F0502020204030204"/>
                <a:ea typeface="Microsoft YaHei"/>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tabLst/>
              <a:defRPr/>
            </a:pPr>
            <a:r>
              <a:rPr lang="zh-CN" altLang="en-US" dirty="0"/>
              <a:t>单击此处编辑结束语</a:t>
            </a:r>
          </a:p>
        </p:txBody>
      </p:sp>
      <p:sp>
        <p:nvSpPr>
          <p:cNvPr id="148" name="副标题 2">
            <a:extLst>
              <a:ext uri="{FF2B5EF4-FFF2-40B4-BE49-F238E27FC236}">
                <a16:creationId xmlns:a16="http://schemas.microsoft.com/office/drawing/2014/main" id="{780F498B-8C32-41D4-A1DA-41A6A68C0055}"/>
              </a:ext>
            </a:extLst>
          </p:cNvPr>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F0502020204030204"/>
                <a:ea typeface="Microsoft YaHei"/>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p>
        </p:txBody>
      </p:sp>
    </p:spTree>
    <p:extLst>
      <p:ext uri="{BB962C8B-B14F-4D97-AF65-F5344CB8AC3E}">
        <p14:creationId xmlns:p14="http://schemas.microsoft.com/office/powerpoint/2010/main" val="3074607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1642018588"/>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676316277"/>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页-上下横线">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B4AE79B1-1619-41E3-8A2F-8EC4722BC253}"/>
              </a:ext>
            </a:extLst>
          </p:cNvPr>
          <p:cNvGrpSpPr/>
          <p:nvPr userDrawn="1"/>
        </p:nvGrpSpPr>
        <p:grpSpPr>
          <a:xfrm>
            <a:off x="10177780" y="329882"/>
            <a:ext cx="1512002" cy="444892"/>
            <a:chOff x="9556201" y="498129"/>
            <a:chExt cx="1993881" cy="586680"/>
          </a:xfrm>
        </p:grpSpPr>
        <p:grpSp>
          <p:nvGrpSpPr>
            <p:cNvPr id="66" name="组合 65">
              <a:extLst>
                <a:ext uri="{FF2B5EF4-FFF2-40B4-BE49-F238E27FC236}">
                  <a16:creationId xmlns:a16="http://schemas.microsoft.com/office/drawing/2014/main" id="{5C15F262-2B8A-43C1-93DC-339774166331}"/>
                </a:ext>
              </a:extLst>
            </p:cNvPr>
            <p:cNvGrpSpPr/>
            <p:nvPr userDrawn="1"/>
          </p:nvGrpSpPr>
          <p:grpSpPr>
            <a:xfrm>
              <a:off x="10239376" y="968937"/>
              <a:ext cx="1307697" cy="96254"/>
              <a:chOff x="4616246" y="3878362"/>
              <a:chExt cx="5571416" cy="410087"/>
            </a:xfrm>
            <a:solidFill>
              <a:schemeClr val="tx1">
                <a:alpha val="80000"/>
              </a:schemeClr>
            </a:solidFill>
          </p:grpSpPr>
          <p:sp>
            <p:nvSpPr>
              <p:cNvPr id="68" name="Freeform 17">
                <a:extLst>
                  <a:ext uri="{FF2B5EF4-FFF2-40B4-BE49-F238E27FC236}">
                    <a16:creationId xmlns:a16="http://schemas.microsoft.com/office/drawing/2014/main" id="{0BB7E6A2-C551-4CAC-8A7C-CB084AC0393D}"/>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18">
                <a:extLst>
                  <a:ext uri="{FF2B5EF4-FFF2-40B4-BE49-F238E27FC236}">
                    <a16:creationId xmlns:a16="http://schemas.microsoft.com/office/drawing/2014/main" id="{AF11A2EA-0B28-440D-ABC0-47F76546FA4B}"/>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0" name="Freeform 19">
                <a:extLst>
                  <a:ext uri="{FF2B5EF4-FFF2-40B4-BE49-F238E27FC236}">
                    <a16:creationId xmlns:a16="http://schemas.microsoft.com/office/drawing/2014/main" id="{687C0C1A-D1C7-41A9-8A9A-4EB1400A640C}"/>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2" name="Freeform 20">
                <a:extLst>
                  <a:ext uri="{FF2B5EF4-FFF2-40B4-BE49-F238E27FC236}">
                    <a16:creationId xmlns:a16="http://schemas.microsoft.com/office/drawing/2014/main" id="{B1AD26CB-2631-47D6-8B94-0C2DE8DAE1DF}"/>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3" name="Freeform 21">
                <a:extLst>
                  <a:ext uri="{FF2B5EF4-FFF2-40B4-BE49-F238E27FC236}">
                    <a16:creationId xmlns:a16="http://schemas.microsoft.com/office/drawing/2014/main" id="{7188BA7E-50BA-44F8-9949-24203A649509}"/>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4" name="Freeform 22">
                <a:extLst>
                  <a:ext uri="{FF2B5EF4-FFF2-40B4-BE49-F238E27FC236}">
                    <a16:creationId xmlns:a16="http://schemas.microsoft.com/office/drawing/2014/main" id="{59E8A17F-9E83-487C-BAAE-EF2645C4653C}"/>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5" name="Freeform 23">
                <a:extLst>
                  <a:ext uri="{FF2B5EF4-FFF2-40B4-BE49-F238E27FC236}">
                    <a16:creationId xmlns:a16="http://schemas.microsoft.com/office/drawing/2014/main" id="{6874771E-6EC2-40B7-8593-A8A420AEEAD7}"/>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6" name="Freeform 25">
                <a:extLst>
                  <a:ext uri="{FF2B5EF4-FFF2-40B4-BE49-F238E27FC236}">
                    <a16:creationId xmlns:a16="http://schemas.microsoft.com/office/drawing/2014/main" id="{CDD46DA1-964F-4E43-A6AD-31009905952B}"/>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7" name="Freeform 27">
                <a:extLst>
                  <a:ext uri="{FF2B5EF4-FFF2-40B4-BE49-F238E27FC236}">
                    <a16:creationId xmlns:a16="http://schemas.microsoft.com/office/drawing/2014/main" id="{79E10957-7621-455A-A65D-63395B54CD8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8" name="Freeform 29">
                <a:extLst>
                  <a:ext uri="{FF2B5EF4-FFF2-40B4-BE49-F238E27FC236}">
                    <a16:creationId xmlns:a16="http://schemas.microsoft.com/office/drawing/2014/main" id="{5C881E13-4696-4D4F-B82A-A15CE965951E}"/>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9" name="Freeform 30">
                <a:extLst>
                  <a:ext uri="{FF2B5EF4-FFF2-40B4-BE49-F238E27FC236}">
                    <a16:creationId xmlns:a16="http://schemas.microsoft.com/office/drawing/2014/main" id="{57334090-4538-4D00-B942-CBD745D65BC1}"/>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0" name="Freeform 31">
                <a:extLst>
                  <a:ext uri="{FF2B5EF4-FFF2-40B4-BE49-F238E27FC236}">
                    <a16:creationId xmlns:a16="http://schemas.microsoft.com/office/drawing/2014/main" id="{BA16E188-C562-41A4-9B4A-9DBEBF95A377}"/>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1" name="Freeform 32">
                <a:extLst>
                  <a:ext uri="{FF2B5EF4-FFF2-40B4-BE49-F238E27FC236}">
                    <a16:creationId xmlns:a16="http://schemas.microsoft.com/office/drawing/2014/main" id="{04D8D32A-D397-417E-8C9F-BDEF41F83EB9}"/>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2" name="Freeform 33">
                <a:extLst>
                  <a:ext uri="{FF2B5EF4-FFF2-40B4-BE49-F238E27FC236}">
                    <a16:creationId xmlns:a16="http://schemas.microsoft.com/office/drawing/2014/main" id="{80ECFE5A-CC82-4F7B-9CB9-E42947E66DC6}"/>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3" name="Freeform 34">
                <a:extLst>
                  <a:ext uri="{FF2B5EF4-FFF2-40B4-BE49-F238E27FC236}">
                    <a16:creationId xmlns:a16="http://schemas.microsoft.com/office/drawing/2014/main" id="{A2B2A5CC-F142-4967-9397-104C57D6D51E}"/>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4" name="Freeform 35">
                <a:extLst>
                  <a:ext uri="{FF2B5EF4-FFF2-40B4-BE49-F238E27FC236}">
                    <a16:creationId xmlns:a16="http://schemas.microsoft.com/office/drawing/2014/main" id="{C6DC5263-4BE0-4098-8265-18B3D919C540}"/>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85" name="组合 84">
              <a:extLst>
                <a:ext uri="{FF2B5EF4-FFF2-40B4-BE49-F238E27FC236}">
                  <a16:creationId xmlns:a16="http://schemas.microsoft.com/office/drawing/2014/main" id="{0FEBB34A-9216-4734-ABDB-24C619203A22}"/>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a:extLst>
                  <a:ext uri="{FF2B5EF4-FFF2-40B4-BE49-F238E27FC236}">
                    <a16:creationId xmlns:a16="http://schemas.microsoft.com/office/drawing/2014/main" id="{BAAACB60-72C2-4416-9299-161860BAE9EE}"/>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7" name="Freeform 10">
                <a:extLst>
                  <a:ext uri="{FF2B5EF4-FFF2-40B4-BE49-F238E27FC236}">
                    <a16:creationId xmlns:a16="http://schemas.microsoft.com/office/drawing/2014/main" id="{8CAA1636-149B-4EDA-B31F-4978A1DAA4F3}"/>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8" name="Freeform 11">
                <a:extLst>
                  <a:ext uri="{FF2B5EF4-FFF2-40B4-BE49-F238E27FC236}">
                    <a16:creationId xmlns:a16="http://schemas.microsoft.com/office/drawing/2014/main" id="{FDF2BF3F-AB31-4F63-9678-BFF5CCE4454A}"/>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9" name="Freeform 12">
                <a:extLst>
                  <a:ext uri="{FF2B5EF4-FFF2-40B4-BE49-F238E27FC236}">
                    <a16:creationId xmlns:a16="http://schemas.microsoft.com/office/drawing/2014/main" id="{5B526479-0DBF-4737-8331-32D1E952C9D8}"/>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0" name="Freeform 13">
                <a:extLst>
                  <a:ext uri="{FF2B5EF4-FFF2-40B4-BE49-F238E27FC236}">
                    <a16:creationId xmlns:a16="http://schemas.microsoft.com/office/drawing/2014/main" id="{E3947BE1-C3AE-4CFB-BFFE-ABA981B89672}"/>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1" name="Freeform 14">
                <a:extLst>
                  <a:ext uri="{FF2B5EF4-FFF2-40B4-BE49-F238E27FC236}">
                    <a16:creationId xmlns:a16="http://schemas.microsoft.com/office/drawing/2014/main" id="{F2A49C76-5480-41CE-9ADE-B8DA9152D704}"/>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2" name="Freeform 15">
                <a:extLst>
                  <a:ext uri="{FF2B5EF4-FFF2-40B4-BE49-F238E27FC236}">
                    <a16:creationId xmlns:a16="http://schemas.microsoft.com/office/drawing/2014/main" id="{16AD1742-67D8-4026-84B3-87236E785A6B}"/>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3" name="Freeform 16">
                <a:extLst>
                  <a:ext uri="{FF2B5EF4-FFF2-40B4-BE49-F238E27FC236}">
                    <a16:creationId xmlns:a16="http://schemas.microsoft.com/office/drawing/2014/main" id="{CDEDCC72-5F8A-4DD8-9E4E-D7527A11A8EC}"/>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4" name="Freeform 24">
                <a:extLst>
                  <a:ext uri="{FF2B5EF4-FFF2-40B4-BE49-F238E27FC236}">
                    <a16:creationId xmlns:a16="http://schemas.microsoft.com/office/drawing/2014/main" id="{43DCC307-4F60-4FFF-A2A5-A29470381E5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5" name="Freeform 26">
                <a:extLst>
                  <a:ext uri="{FF2B5EF4-FFF2-40B4-BE49-F238E27FC236}">
                    <a16:creationId xmlns:a16="http://schemas.microsoft.com/office/drawing/2014/main" id="{B9F88D38-2706-4475-8802-6F4F5D2EF2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6" name="Freeform 28">
                <a:extLst>
                  <a:ext uri="{FF2B5EF4-FFF2-40B4-BE49-F238E27FC236}">
                    <a16:creationId xmlns:a16="http://schemas.microsoft.com/office/drawing/2014/main" id="{8F836E50-664C-489E-B463-9D8B808D647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7" name="Freeform 36">
                <a:extLst>
                  <a:ext uri="{FF2B5EF4-FFF2-40B4-BE49-F238E27FC236}">
                    <a16:creationId xmlns:a16="http://schemas.microsoft.com/office/drawing/2014/main" id="{81C3B568-D4E9-40A8-AA80-68ECCA6EFC73}"/>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98" name="组合 97">
              <a:extLst>
                <a:ext uri="{FF2B5EF4-FFF2-40B4-BE49-F238E27FC236}">
                  <a16:creationId xmlns:a16="http://schemas.microsoft.com/office/drawing/2014/main" id="{90DC71DC-0BCB-48A8-A72D-C25256144DE0}"/>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99" name="Freeform 8">
                <a:extLst>
                  <a:ext uri="{FF2B5EF4-FFF2-40B4-BE49-F238E27FC236}">
                    <a16:creationId xmlns:a16="http://schemas.microsoft.com/office/drawing/2014/main" id="{57D1E859-5CEB-4609-8E48-13EBEA79EA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0" name="Freeform 42">
                <a:extLst>
                  <a:ext uri="{FF2B5EF4-FFF2-40B4-BE49-F238E27FC236}">
                    <a16:creationId xmlns:a16="http://schemas.microsoft.com/office/drawing/2014/main" id="{A033A341-EE5C-4CFF-8FE9-10E577DFE66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1" name="Freeform 43">
                <a:extLst>
                  <a:ext uri="{FF2B5EF4-FFF2-40B4-BE49-F238E27FC236}">
                    <a16:creationId xmlns:a16="http://schemas.microsoft.com/office/drawing/2014/main" id="{672D9D2F-B971-45A7-BEA6-0BE6565B628A}"/>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2" name="Freeform 44">
                <a:extLst>
                  <a:ext uri="{FF2B5EF4-FFF2-40B4-BE49-F238E27FC236}">
                    <a16:creationId xmlns:a16="http://schemas.microsoft.com/office/drawing/2014/main" id="{E905262E-566E-456A-8A2C-4D36BAC742A2}"/>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3" name="Freeform 45">
                <a:extLst>
                  <a:ext uri="{FF2B5EF4-FFF2-40B4-BE49-F238E27FC236}">
                    <a16:creationId xmlns:a16="http://schemas.microsoft.com/office/drawing/2014/main" id="{72E93604-F1A1-4374-9DEA-9A647838A73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4" name="Freeform 46">
                <a:extLst>
                  <a:ext uri="{FF2B5EF4-FFF2-40B4-BE49-F238E27FC236}">
                    <a16:creationId xmlns:a16="http://schemas.microsoft.com/office/drawing/2014/main" id="{D202D4C6-F78A-4048-8132-DEFFD80BA87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5" name="Freeform 47">
                <a:extLst>
                  <a:ext uri="{FF2B5EF4-FFF2-40B4-BE49-F238E27FC236}">
                    <a16:creationId xmlns:a16="http://schemas.microsoft.com/office/drawing/2014/main" id="{38D2C29B-8AE7-40CF-9AC3-F0EFB8D20286}"/>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6" name="Freeform 48">
                <a:extLst>
                  <a:ext uri="{FF2B5EF4-FFF2-40B4-BE49-F238E27FC236}">
                    <a16:creationId xmlns:a16="http://schemas.microsoft.com/office/drawing/2014/main" id="{ABA50FBF-BA46-4469-8806-C69C007B2D1B}"/>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7" name="Freeform 49">
                <a:extLst>
                  <a:ext uri="{FF2B5EF4-FFF2-40B4-BE49-F238E27FC236}">
                    <a16:creationId xmlns:a16="http://schemas.microsoft.com/office/drawing/2014/main" id="{B83B4A3F-FC0E-43BC-BFCA-F5A8EA5B8536}"/>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8" name="Freeform 50">
                <a:extLst>
                  <a:ext uri="{FF2B5EF4-FFF2-40B4-BE49-F238E27FC236}">
                    <a16:creationId xmlns:a16="http://schemas.microsoft.com/office/drawing/2014/main" id="{11F4E97B-BA23-4998-BFB7-B0025EC32A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9" name="Freeform 51">
                <a:extLst>
                  <a:ext uri="{FF2B5EF4-FFF2-40B4-BE49-F238E27FC236}">
                    <a16:creationId xmlns:a16="http://schemas.microsoft.com/office/drawing/2014/main" id="{9E8B953D-8774-449E-8415-F81822ACB868}"/>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0" name="Freeform 52">
                <a:extLst>
                  <a:ext uri="{FF2B5EF4-FFF2-40B4-BE49-F238E27FC236}">
                    <a16:creationId xmlns:a16="http://schemas.microsoft.com/office/drawing/2014/main" id="{139920B7-00AE-4E16-A01E-1994DDBD530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1" name="Freeform 53">
                <a:extLst>
                  <a:ext uri="{FF2B5EF4-FFF2-40B4-BE49-F238E27FC236}">
                    <a16:creationId xmlns:a16="http://schemas.microsoft.com/office/drawing/2014/main" id="{F9763041-78AD-4C52-B55D-880766C7F94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2" name="Freeform 54">
                <a:extLst>
                  <a:ext uri="{FF2B5EF4-FFF2-40B4-BE49-F238E27FC236}">
                    <a16:creationId xmlns:a16="http://schemas.microsoft.com/office/drawing/2014/main" id="{F8640249-AA21-4144-8039-62CBDB8DA917}"/>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3" name="Freeform 55">
                <a:extLst>
                  <a:ext uri="{FF2B5EF4-FFF2-40B4-BE49-F238E27FC236}">
                    <a16:creationId xmlns:a16="http://schemas.microsoft.com/office/drawing/2014/main" id="{94D56455-C6B2-4D73-808E-1488E257230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4" name="Freeform 56">
                <a:extLst>
                  <a:ext uri="{FF2B5EF4-FFF2-40B4-BE49-F238E27FC236}">
                    <a16:creationId xmlns:a16="http://schemas.microsoft.com/office/drawing/2014/main" id="{87C9E5ED-6CE0-49AB-A63F-8E727D78378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5" name="Freeform 57">
                <a:extLst>
                  <a:ext uri="{FF2B5EF4-FFF2-40B4-BE49-F238E27FC236}">
                    <a16:creationId xmlns:a16="http://schemas.microsoft.com/office/drawing/2014/main" id="{3FE00EFE-FD79-4957-9FAA-81DA1FEB8090}"/>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6" name="Freeform 58">
                <a:extLst>
                  <a:ext uri="{FF2B5EF4-FFF2-40B4-BE49-F238E27FC236}">
                    <a16:creationId xmlns:a16="http://schemas.microsoft.com/office/drawing/2014/main" id="{3E36B85B-5FED-4861-8B47-BD80F2C00972}"/>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7" name="Freeform 59">
                <a:extLst>
                  <a:ext uri="{FF2B5EF4-FFF2-40B4-BE49-F238E27FC236}">
                    <a16:creationId xmlns:a16="http://schemas.microsoft.com/office/drawing/2014/main" id="{D47BCC9E-103F-42BB-9CE3-0C5F64C02580}"/>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8" name="Freeform 60">
                <a:extLst>
                  <a:ext uri="{FF2B5EF4-FFF2-40B4-BE49-F238E27FC236}">
                    <a16:creationId xmlns:a16="http://schemas.microsoft.com/office/drawing/2014/main" id="{E8B7F0D0-2612-4EB4-948A-2CA494D40DB7}"/>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9" name="Freeform 61">
                <a:extLst>
                  <a:ext uri="{FF2B5EF4-FFF2-40B4-BE49-F238E27FC236}">
                    <a16:creationId xmlns:a16="http://schemas.microsoft.com/office/drawing/2014/main" id="{A3973DC8-DF16-4791-87B5-6680BEEF3D0E}"/>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0" name="Freeform 62">
                <a:extLst>
                  <a:ext uri="{FF2B5EF4-FFF2-40B4-BE49-F238E27FC236}">
                    <a16:creationId xmlns:a16="http://schemas.microsoft.com/office/drawing/2014/main" id="{40A0B001-1F50-47ED-AD9F-1BA3203E2DB1}"/>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1" name="Freeform 71">
                <a:extLst>
                  <a:ext uri="{FF2B5EF4-FFF2-40B4-BE49-F238E27FC236}">
                    <a16:creationId xmlns:a16="http://schemas.microsoft.com/office/drawing/2014/main" id="{30AE187D-C75A-4EC3-8322-8AD80C98F63C}"/>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cxnSp>
        <p:nvCxnSpPr>
          <p:cNvPr id="122" name="直接连接符 121">
            <a:extLst>
              <a:ext uri="{FF2B5EF4-FFF2-40B4-BE49-F238E27FC236}">
                <a16:creationId xmlns:a16="http://schemas.microsoft.com/office/drawing/2014/main" id="{44ED58EF-63CC-4876-87B1-66450A7862C6}"/>
              </a:ext>
            </a:extLst>
          </p:cNvPr>
          <p:cNvCxnSpPr>
            <a:cxnSpLocks/>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a:extLst>
              <a:ext uri="{FF2B5EF4-FFF2-40B4-BE49-F238E27FC236}">
                <a16:creationId xmlns:a16="http://schemas.microsoft.com/office/drawing/2014/main" id="{DD600323-006F-4A08-BE03-2ABBBD1D9CCD}"/>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pPr/>
              <a:t>‹#›</a:t>
            </a:fld>
            <a:r>
              <a:rPr lang="zh-CN" altLang="en-US" dirty="0"/>
              <a:t> </a:t>
            </a:r>
            <a:r>
              <a:rPr lang="en-US" altLang="zh-CN" dirty="0"/>
              <a:t>&gt;</a:t>
            </a:r>
            <a:endParaRPr lang="zh-CN" altLang="en-US" dirty="0"/>
          </a:p>
        </p:txBody>
      </p:sp>
      <p:cxnSp>
        <p:nvCxnSpPr>
          <p:cNvPr id="71" name="直接连接符 70">
            <a:extLst>
              <a:ext uri="{FF2B5EF4-FFF2-40B4-BE49-F238E27FC236}">
                <a16:creationId xmlns:a16="http://schemas.microsoft.com/office/drawing/2014/main" id="{E65A605E-CDFB-48F0-9262-92E6FAB0F34F}"/>
              </a:ext>
            </a:extLst>
          </p:cNvPr>
          <p:cNvCxnSpPr>
            <a:cxnSpLocks/>
          </p:cNvCxnSpPr>
          <p:nvPr userDrawn="1"/>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DC1FD71-DEEB-4393-91A7-3EA78EA471F7}"/>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4" name="标题 1">
            <a:extLst>
              <a:ext uri="{FF2B5EF4-FFF2-40B4-BE49-F238E27FC236}">
                <a16:creationId xmlns:a16="http://schemas.microsoft.com/office/drawing/2014/main" id="{D1EB5750-0A9D-4CDA-8A3E-C75D4C68F34A}"/>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63" name="文本框 62">
            <a:extLst>
              <a:ext uri="{FF2B5EF4-FFF2-40B4-BE49-F238E27FC236}">
                <a16:creationId xmlns:a16="http://schemas.microsoft.com/office/drawing/2014/main" id="{6D968944-E188-47DB-80CF-1FD6A7CF4922}"/>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356740207"/>
      </p:ext>
    </p:extLst>
  </p:cSld>
  <p:clrMapOvr>
    <a:masterClrMapping/>
  </p:clrMapOvr>
  <p:extLst>
    <p:ext uri="{DCECCB84-F9BA-43D5-87BE-67443E8EF086}">
      <p15:sldGuideLst xmlns:p15="http://schemas.microsoft.com/office/powerpoint/2012/main">
        <p15:guide id="4"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页-上短下长">
    <p:spTree>
      <p:nvGrpSpPr>
        <p:cNvPr id="1" name=""/>
        <p:cNvGrpSpPr/>
        <p:nvPr/>
      </p:nvGrpSpPr>
      <p:grpSpPr>
        <a:xfrm>
          <a:off x="0" y="0"/>
          <a:ext cx="0" cy="0"/>
          <a:chOff x="0" y="0"/>
          <a:chExt cx="0" cy="0"/>
        </a:xfrm>
      </p:grpSpPr>
      <p:grpSp>
        <p:nvGrpSpPr>
          <p:cNvPr id="63" name="组合 62">
            <a:extLst>
              <a:ext uri="{FF2B5EF4-FFF2-40B4-BE49-F238E27FC236}">
                <a16:creationId xmlns:a16="http://schemas.microsoft.com/office/drawing/2014/main" id="{73F46A27-B045-491C-8492-DC2AE1277C86}"/>
              </a:ext>
            </a:extLst>
          </p:cNvPr>
          <p:cNvGrpSpPr/>
          <p:nvPr userDrawn="1"/>
        </p:nvGrpSpPr>
        <p:grpSpPr>
          <a:xfrm>
            <a:off x="528706" y="867990"/>
            <a:ext cx="2433027" cy="0"/>
            <a:chOff x="7460343" y="1311756"/>
            <a:chExt cx="2433027" cy="0"/>
          </a:xfrm>
        </p:grpSpPr>
        <p:cxnSp>
          <p:nvCxnSpPr>
            <p:cNvPr id="64" name="直接连接符 63">
              <a:extLst>
                <a:ext uri="{FF2B5EF4-FFF2-40B4-BE49-F238E27FC236}">
                  <a16:creationId xmlns:a16="http://schemas.microsoft.com/office/drawing/2014/main" id="{B77B3D24-6FB9-41AF-8DFD-6DE7FAB86A89}"/>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DC1FD71-DEEB-4393-91A7-3EA78EA471F7}"/>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组合 2">
            <a:extLst>
              <a:ext uri="{FF2B5EF4-FFF2-40B4-BE49-F238E27FC236}">
                <a16:creationId xmlns:a16="http://schemas.microsoft.com/office/drawing/2014/main" id="{B4AE79B1-1619-41E3-8A2F-8EC4722BC253}"/>
              </a:ext>
            </a:extLst>
          </p:cNvPr>
          <p:cNvGrpSpPr/>
          <p:nvPr userDrawn="1"/>
        </p:nvGrpSpPr>
        <p:grpSpPr>
          <a:xfrm>
            <a:off x="10177780" y="329882"/>
            <a:ext cx="1512002" cy="444892"/>
            <a:chOff x="9556201" y="498129"/>
            <a:chExt cx="1993881" cy="586680"/>
          </a:xfrm>
        </p:grpSpPr>
        <p:grpSp>
          <p:nvGrpSpPr>
            <p:cNvPr id="66" name="组合 65">
              <a:extLst>
                <a:ext uri="{FF2B5EF4-FFF2-40B4-BE49-F238E27FC236}">
                  <a16:creationId xmlns:a16="http://schemas.microsoft.com/office/drawing/2014/main" id="{5C15F262-2B8A-43C1-93DC-339774166331}"/>
                </a:ext>
              </a:extLst>
            </p:cNvPr>
            <p:cNvGrpSpPr/>
            <p:nvPr userDrawn="1"/>
          </p:nvGrpSpPr>
          <p:grpSpPr>
            <a:xfrm>
              <a:off x="10239376" y="968937"/>
              <a:ext cx="1307697" cy="96254"/>
              <a:chOff x="4616246" y="3878362"/>
              <a:chExt cx="5571416" cy="410087"/>
            </a:xfrm>
            <a:solidFill>
              <a:schemeClr val="tx1">
                <a:alpha val="80000"/>
              </a:schemeClr>
            </a:solidFill>
          </p:grpSpPr>
          <p:sp>
            <p:nvSpPr>
              <p:cNvPr id="68" name="Freeform 17">
                <a:extLst>
                  <a:ext uri="{FF2B5EF4-FFF2-40B4-BE49-F238E27FC236}">
                    <a16:creationId xmlns:a16="http://schemas.microsoft.com/office/drawing/2014/main" id="{0BB7E6A2-C551-4CAC-8A7C-CB084AC0393D}"/>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18">
                <a:extLst>
                  <a:ext uri="{FF2B5EF4-FFF2-40B4-BE49-F238E27FC236}">
                    <a16:creationId xmlns:a16="http://schemas.microsoft.com/office/drawing/2014/main" id="{AF11A2EA-0B28-440D-ABC0-47F76546FA4B}"/>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0" name="Freeform 19">
                <a:extLst>
                  <a:ext uri="{FF2B5EF4-FFF2-40B4-BE49-F238E27FC236}">
                    <a16:creationId xmlns:a16="http://schemas.microsoft.com/office/drawing/2014/main" id="{687C0C1A-D1C7-41A9-8A9A-4EB1400A640C}"/>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2" name="Freeform 20">
                <a:extLst>
                  <a:ext uri="{FF2B5EF4-FFF2-40B4-BE49-F238E27FC236}">
                    <a16:creationId xmlns:a16="http://schemas.microsoft.com/office/drawing/2014/main" id="{B1AD26CB-2631-47D6-8B94-0C2DE8DAE1DF}"/>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3" name="Freeform 21">
                <a:extLst>
                  <a:ext uri="{FF2B5EF4-FFF2-40B4-BE49-F238E27FC236}">
                    <a16:creationId xmlns:a16="http://schemas.microsoft.com/office/drawing/2014/main" id="{7188BA7E-50BA-44F8-9949-24203A649509}"/>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4" name="Freeform 22">
                <a:extLst>
                  <a:ext uri="{FF2B5EF4-FFF2-40B4-BE49-F238E27FC236}">
                    <a16:creationId xmlns:a16="http://schemas.microsoft.com/office/drawing/2014/main" id="{59E8A17F-9E83-487C-BAAE-EF2645C4653C}"/>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5" name="Freeform 23">
                <a:extLst>
                  <a:ext uri="{FF2B5EF4-FFF2-40B4-BE49-F238E27FC236}">
                    <a16:creationId xmlns:a16="http://schemas.microsoft.com/office/drawing/2014/main" id="{6874771E-6EC2-40B7-8593-A8A420AEEAD7}"/>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6" name="Freeform 25">
                <a:extLst>
                  <a:ext uri="{FF2B5EF4-FFF2-40B4-BE49-F238E27FC236}">
                    <a16:creationId xmlns:a16="http://schemas.microsoft.com/office/drawing/2014/main" id="{CDD46DA1-964F-4E43-A6AD-31009905952B}"/>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7" name="Freeform 27">
                <a:extLst>
                  <a:ext uri="{FF2B5EF4-FFF2-40B4-BE49-F238E27FC236}">
                    <a16:creationId xmlns:a16="http://schemas.microsoft.com/office/drawing/2014/main" id="{79E10957-7621-455A-A65D-63395B54CD8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8" name="Freeform 29">
                <a:extLst>
                  <a:ext uri="{FF2B5EF4-FFF2-40B4-BE49-F238E27FC236}">
                    <a16:creationId xmlns:a16="http://schemas.microsoft.com/office/drawing/2014/main" id="{5C881E13-4696-4D4F-B82A-A15CE965951E}"/>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9" name="Freeform 30">
                <a:extLst>
                  <a:ext uri="{FF2B5EF4-FFF2-40B4-BE49-F238E27FC236}">
                    <a16:creationId xmlns:a16="http://schemas.microsoft.com/office/drawing/2014/main" id="{57334090-4538-4D00-B942-CBD745D65BC1}"/>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0" name="Freeform 31">
                <a:extLst>
                  <a:ext uri="{FF2B5EF4-FFF2-40B4-BE49-F238E27FC236}">
                    <a16:creationId xmlns:a16="http://schemas.microsoft.com/office/drawing/2014/main" id="{BA16E188-C562-41A4-9B4A-9DBEBF95A377}"/>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1" name="Freeform 32">
                <a:extLst>
                  <a:ext uri="{FF2B5EF4-FFF2-40B4-BE49-F238E27FC236}">
                    <a16:creationId xmlns:a16="http://schemas.microsoft.com/office/drawing/2014/main" id="{04D8D32A-D397-417E-8C9F-BDEF41F83EB9}"/>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2" name="Freeform 33">
                <a:extLst>
                  <a:ext uri="{FF2B5EF4-FFF2-40B4-BE49-F238E27FC236}">
                    <a16:creationId xmlns:a16="http://schemas.microsoft.com/office/drawing/2014/main" id="{80ECFE5A-CC82-4F7B-9CB9-E42947E66DC6}"/>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3" name="Freeform 34">
                <a:extLst>
                  <a:ext uri="{FF2B5EF4-FFF2-40B4-BE49-F238E27FC236}">
                    <a16:creationId xmlns:a16="http://schemas.microsoft.com/office/drawing/2014/main" id="{A2B2A5CC-F142-4967-9397-104C57D6D51E}"/>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4" name="Freeform 35">
                <a:extLst>
                  <a:ext uri="{FF2B5EF4-FFF2-40B4-BE49-F238E27FC236}">
                    <a16:creationId xmlns:a16="http://schemas.microsoft.com/office/drawing/2014/main" id="{C6DC5263-4BE0-4098-8265-18B3D919C540}"/>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85" name="组合 84">
              <a:extLst>
                <a:ext uri="{FF2B5EF4-FFF2-40B4-BE49-F238E27FC236}">
                  <a16:creationId xmlns:a16="http://schemas.microsoft.com/office/drawing/2014/main" id="{0FEBB34A-9216-4734-ABDB-24C619203A22}"/>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a:extLst>
                  <a:ext uri="{FF2B5EF4-FFF2-40B4-BE49-F238E27FC236}">
                    <a16:creationId xmlns:a16="http://schemas.microsoft.com/office/drawing/2014/main" id="{BAAACB60-72C2-4416-9299-161860BAE9EE}"/>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7" name="Freeform 10">
                <a:extLst>
                  <a:ext uri="{FF2B5EF4-FFF2-40B4-BE49-F238E27FC236}">
                    <a16:creationId xmlns:a16="http://schemas.microsoft.com/office/drawing/2014/main" id="{8CAA1636-149B-4EDA-B31F-4978A1DAA4F3}"/>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8" name="Freeform 11">
                <a:extLst>
                  <a:ext uri="{FF2B5EF4-FFF2-40B4-BE49-F238E27FC236}">
                    <a16:creationId xmlns:a16="http://schemas.microsoft.com/office/drawing/2014/main" id="{FDF2BF3F-AB31-4F63-9678-BFF5CCE4454A}"/>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9" name="Freeform 12">
                <a:extLst>
                  <a:ext uri="{FF2B5EF4-FFF2-40B4-BE49-F238E27FC236}">
                    <a16:creationId xmlns:a16="http://schemas.microsoft.com/office/drawing/2014/main" id="{5B526479-0DBF-4737-8331-32D1E952C9D8}"/>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0" name="Freeform 13">
                <a:extLst>
                  <a:ext uri="{FF2B5EF4-FFF2-40B4-BE49-F238E27FC236}">
                    <a16:creationId xmlns:a16="http://schemas.microsoft.com/office/drawing/2014/main" id="{E3947BE1-C3AE-4CFB-BFFE-ABA981B89672}"/>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1" name="Freeform 14">
                <a:extLst>
                  <a:ext uri="{FF2B5EF4-FFF2-40B4-BE49-F238E27FC236}">
                    <a16:creationId xmlns:a16="http://schemas.microsoft.com/office/drawing/2014/main" id="{F2A49C76-5480-41CE-9ADE-B8DA9152D704}"/>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2" name="Freeform 15">
                <a:extLst>
                  <a:ext uri="{FF2B5EF4-FFF2-40B4-BE49-F238E27FC236}">
                    <a16:creationId xmlns:a16="http://schemas.microsoft.com/office/drawing/2014/main" id="{16AD1742-67D8-4026-84B3-87236E785A6B}"/>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3" name="Freeform 16">
                <a:extLst>
                  <a:ext uri="{FF2B5EF4-FFF2-40B4-BE49-F238E27FC236}">
                    <a16:creationId xmlns:a16="http://schemas.microsoft.com/office/drawing/2014/main" id="{CDEDCC72-5F8A-4DD8-9E4E-D7527A11A8EC}"/>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4" name="Freeform 24">
                <a:extLst>
                  <a:ext uri="{FF2B5EF4-FFF2-40B4-BE49-F238E27FC236}">
                    <a16:creationId xmlns:a16="http://schemas.microsoft.com/office/drawing/2014/main" id="{43DCC307-4F60-4FFF-A2A5-A29470381E5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5" name="Freeform 26">
                <a:extLst>
                  <a:ext uri="{FF2B5EF4-FFF2-40B4-BE49-F238E27FC236}">
                    <a16:creationId xmlns:a16="http://schemas.microsoft.com/office/drawing/2014/main" id="{B9F88D38-2706-4475-8802-6F4F5D2EF2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6" name="Freeform 28">
                <a:extLst>
                  <a:ext uri="{FF2B5EF4-FFF2-40B4-BE49-F238E27FC236}">
                    <a16:creationId xmlns:a16="http://schemas.microsoft.com/office/drawing/2014/main" id="{8F836E50-664C-489E-B463-9D8B808D647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7" name="Freeform 36">
                <a:extLst>
                  <a:ext uri="{FF2B5EF4-FFF2-40B4-BE49-F238E27FC236}">
                    <a16:creationId xmlns:a16="http://schemas.microsoft.com/office/drawing/2014/main" id="{81C3B568-D4E9-40A8-AA80-68ECCA6EFC73}"/>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98" name="组合 97">
              <a:extLst>
                <a:ext uri="{FF2B5EF4-FFF2-40B4-BE49-F238E27FC236}">
                  <a16:creationId xmlns:a16="http://schemas.microsoft.com/office/drawing/2014/main" id="{90DC71DC-0BCB-48A8-A72D-C25256144DE0}"/>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99" name="Freeform 8">
                <a:extLst>
                  <a:ext uri="{FF2B5EF4-FFF2-40B4-BE49-F238E27FC236}">
                    <a16:creationId xmlns:a16="http://schemas.microsoft.com/office/drawing/2014/main" id="{57D1E859-5CEB-4609-8E48-13EBEA79EA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0" name="Freeform 42">
                <a:extLst>
                  <a:ext uri="{FF2B5EF4-FFF2-40B4-BE49-F238E27FC236}">
                    <a16:creationId xmlns:a16="http://schemas.microsoft.com/office/drawing/2014/main" id="{A033A341-EE5C-4CFF-8FE9-10E577DFE66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1" name="Freeform 43">
                <a:extLst>
                  <a:ext uri="{FF2B5EF4-FFF2-40B4-BE49-F238E27FC236}">
                    <a16:creationId xmlns:a16="http://schemas.microsoft.com/office/drawing/2014/main" id="{672D9D2F-B971-45A7-BEA6-0BE6565B628A}"/>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2" name="Freeform 44">
                <a:extLst>
                  <a:ext uri="{FF2B5EF4-FFF2-40B4-BE49-F238E27FC236}">
                    <a16:creationId xmlns:a16="http://schemas.microsoft.com/office/drawing/2014/main" id="{E905262E-566E-456A-8A2C-4D36BAC742A2}"/>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3" name="Freeform 45">
                <a:extLst>
                  <a:ext uri="{FF2B5EF4-FFF2-40B4-BE49-F238E27FC236}">
                    <a16:creationId xmlns:a16="http://schemas.microsoft.com/office/drawing/2014/main" id="{72E93604-F1A1-4374-9DEA-9A647838A73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4" name="Freeform 46">
                <a:extLst>
                  <a:ext uri="{FF2B5EF4-FFF2-40B4-BE49-F238E27FC236}">
                    <a16:creationId xmlns:a16="http://schemas.microsoft.com/office/drawing/2014/main" id="{D202D4C6-F78A-4048-8132-DEFFD80BA87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5" name="Freeform 47">
                <a:extLst>
                  <a:ext uri="{FF2B5EF4-FFF2-40B4-BE49-F238E27FC236}">
                    <a16:creationId xmlns:a16="http://schemas.microsoft.com/office/drawing/2014/main" id="{38D2C29B-8AE7-40CF-9AC3-F0EFB8D20286}"/>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6" name="Freeform 48">
                <a:extLst>
                  <a:ext uri="{FF2B5EF4-FFF2-40B4-BE49-F238E27FC236}">
                    <a16:creationId xmlns:a16="http://schemas.microsoft.com/office/drawing/2014/main" id="{ABA50FBF-BA46-4469-8806-C69C007B2D1B}"/>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7" name="Freeform 49">
                <a:extLst>
                  <a:ext uri="{FF2B5EF4-FFF2-40B4-BE49-F238E27FC236}">
                    <a16:creationId xmlns:a16="http://schemas.microsoft.com/office/drawing/2014/main" id="{B83B4A3F-FC0E-43BC-BFCA-F5A8EA5B8536}"/>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8" name="Freeform 50">
                <a:extLst>
                  <a:ext uri="{FF2B5EF4-FFF2-40B4-BE49-F238E27FC236}">
                    <a16:creationId xmlns:a16="http://schemas.microsoft.com/office/drawing/2014/main" id="{11F4E97B-BA23-4998-BFB7-B0025EC32A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9" name="Freeform 51">
                <a:extLst>
                  <a:ext uri="{FF2B5EF4-FFF2-40B4-BE49-F238E27FC236}">
                    <a16:creationId xmlns:a16="http://schemas.microsoft.com/office/drawing/2014/main" id="{9E8B953D-8774-449E-8415-F81822ACB868}"/>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0" name="Freeform 52">
                <a:extLst>
                  <a:ext uri="{FF2B5EF4-FFF2-40B4-BE49-F238E27FC236}">
                    <a16:creationId xmlns:a16="http://schemas.microsoft.com/office/drawing/2014/main" id="{139920B7-00AE-4E16-A01E-1994DDBD530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1" name="Freeform 53">
                <a:extLst>
                  <a:ext uri="{FF2B5EF4-FFF2-40B4-BE49-F238E27FC236}">
                    <a16:creationId xmlns:a16="http://schemas.microsoft.com/office/drawing/2014/main" id="{F9763041-78AD-4C52-B55D-880766C7F94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2" name="Freeform 54">
                <a:extLst>
                  <a:ext uri="{FF2B5EF4-FFF2-40B4-BE49-F238E27FC236}">
                    <a16:creationId xmlns:a16="http://schemas.microsoft.com/office/drawing/2014/main" id="{F8640249-AA21-4144-8039-62CBDB8DA917}"/>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3" name="Freeform 55">
                <a:extLst>
                  <a:ext uri="{FF2B5EF4-FFF2-40B4-BE49-F238E27FC236}">
                    <a16:creationId xmlns:a16="http://schemas.microsoft.com/office/drawing/2014/main" id="{94D56455-C6B2-4D73-808E-1488E257230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4" name="Freeform 56">
                <a:extLst>
                  <a:ext uri="{FF2B5EF4-FFF2-40B4-BE49-F238E27FC236}">
                    <a16:creationId xmlns:a16="http://schemas.microsoft.com/office/drawing/2014/main" id="{87C9E5ED-6CE0-49AB-A63F-8E727D78378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5" name="Freeform 57">
                <a:extLst>
                  <a:ext uri="{FF2B5EF4-FFF2-40B4-BE49-F238E27FC236}">
                    <a16:creationId xmlns:a16="http://schemas.microsoft.com/office/drawing/2014/main" id="{3FE00EFE-FD79-4957-9FAA-81DA1FEB8090}"/>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6" name="Freeform 58">
                <a:extLst>
                  <a:ext uri="{FF2B5EF4-FFF2-40B4-BE49-F238E27FC236}">
                    <a16:creationId xmlns:a16="http://schemas.microsoft.com/office/drawing/2014/main" id="{3E36B85B-5FED-4861-8B47-BD80F2C00972}"/>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7" name="Freeform 59">
                <a:extLst>
                  <a:ext uri="{FF2B5EF4-FFF2-40B4-BE49-F238E27FC236}">
                    <a16:creationId xmlns:a16="http://schemas.microsoft.com/office/drawing/2014/main" id="{D47BCC9E-103F-42BB-9CE3-0C5F64C02580}"/>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8" name="Freeform 60">
                <a:extLst>
                  <a:ext uri="{FF2B5EF4-FFF2-40B4-BE49-F238E27FC236}">
                    <a16:creationId xmlns:a16="http://schemas.microsoft.com/office/drawing/2014/main" id="{E8B7F0D0-2612-4EB4-948A-2CA494D40DB7}"/>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9" name="Freeform 61">
                <a:extLst>
                  <a:ext uri="{FF2B5EF4-FFF2-40B4-BE49-F238E27FC236}">
                    <a16:creationId xmlns:a16="http://schemas.microsoft.com/office/drawing/2014/main" id="{A3973DC8-DF16-4791-87B5-6680BEEF3D0E}"/>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0" name="Freeform 62">
                <a:extLst>
                  <a:ext uri="{FF2B5EF4-FFF2-40B4-BE49-F238E27FC236}">
                    <a16:creationId xmlns:a16="http://schemas.microsoft.com/office/drawing/2014/main" id="{40A0B001-1F50-47ED-AD9F-1BA3203E2DB1}"/>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1" name="Freeform 71">
                <a:extLst>
                  <a:ext uri="{FF2B5EF4-FFF2-40B4-BE49-F238E27FC236}">
                    <a16:creationId xmlns:a16="http://schemas.microsoft.com/office/drawing/2014/main" id="{30AE187D-C75A-4EC3-8322-8AD80C98F63C}"/>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cxnSp>
        <p:nvCxnSpPr>
          <p:cNvPr id="122" name="直接连接符 121">
            <a:extLst>
              <a:ext uri="{FF2B5EF4-FFF2-40B4-BE49-F238E27FC236}">
                <a16:creationId xmlns:a16="http://schemas.microsoft.com/office/drawing/2014/main" id="{44ED58EF-63CC-4876-87B1-66450A7862C6}"/>
              </a:ext>
            </a:extLst>
          </p:cNvPr>
          <p:cNvCxnSpPr>
            <a:cxnSpLocks/>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a:extLst>
              <a:ext uri="{FF2B5EF4-FFF2-40B4-BE49-F238E27FC236}">
                <a16:creationId xmlns:a16="http://schemas.microsoft.com/office/drawing/2014/main" id="{DD600323-006F-4A08-BE03-2ABBBD1D9CCD}"/>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pPr/>
              <a:t>‹#›</a:t>
            </a:fld>
            <a:r>
              <a:rPr lang="zh-CN" altLang="en-US" dirty="0"/>
              <a:t> </a:t>
            </a:r>
            <a:r>
              <a:rPr lang="en-US" altLang="zh-CN" dirty="0"/>
              <a:t>&gt;</a:t>
            </a:r>
            <a:endParaRPr lang="zh-CN" altLang="en-US" dirty="0"/>
          </a:p>
        </p:txBody>
      </p:sp>
      <p:sp>
        <p:nvSpPr>
          <p:cNvPr id="125" name="标题 1">
            <a:extLst>
              <a:ext uri="{FF2B5EF4-FFF2-40B4-BE49-F238E27FC236}">
                <a16:creationId xmlns:a16="http://schemas.microsoft.com/office/drawing/2014/main" id="{97EAA164-D07E-4BD8-8F25-2F9AABA01D6D}"/>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71" name="文本框 70">
            <a:extLst>
              <a:ext uri="{FF2B5EF4-FFF2-40B4-BE49-F238E27FC236}">
                <a16:creationId xmlns:a16="http://schemas.microsoft.com/office/drawing/2014/main" id="{A21D5F5E-4FB0-402A-AEA9-76C1EEB139D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1302374986"/>
      </p:ext>
    </p:extLst>
  </p:cSld>
  <p:clrMapOvr>
    <a:masterClrMapping/>
  </p:clrMapOvr>
  <p:extLst>
    <p:ext uri="{DCECCB84-F9BA-43D5-87BE-67443E8EF086}">
      <p15:sldGuideLst xmlns:p15="http://schemas.microsoft.com/office/powerpoint/2012/main">
        <p15:guide id="2" orient="horz">
          <p15:clr>
            <a:srgbClr val="FBAE40"/>
          </p15:clr>
        </p15:guide>
        <p15:guide id="4"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内容页-仅logo">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57" name="灯片编号占位符 8">
            <a:extLst>
              <a:ext uri="{FF2B5EF4-FFF2-40B4-BE49-F238E27FC236}">
                <a16:creationId xmlns:a16="http://schemas.microsoft.com/office/drawing/2014/main" id="{EA30CFCD-47F5-4BDB-9235-4899110ACBB2}"/>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Tree>
    <p:extLst>
      <p:ext uri="{BB962C8B-B14F-4D97-AF65-F5344CB8AC3E}">
        <p14:creationId xmlns:p14="http://schemas.microsoft.com/office/powerpoint/2010/main" val="3175321466"/>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cSld name="全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47342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图片占位1">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77467291-1F4D-4401-BBE0-17BCD8258297}"/>
              </a:ext>
            </a:extLst>
          </p:cNvPr>
          <p:cNvSpPr>
            <a:spLocks noGrp="1"/>
          </p:cNvSpPr>
          <p:nvPr>
            <p:ph type="pic" sz="quarter" idx="11" hasCustomPrompt="1"/>
          </p:nvPr>
        </p:nvSpPr>
        <p:spPr>
          <a:xfrm>
            <a:off x="0" y="1432906"/>
            <a:ext cx="12192000" cy="2762250"/>
          </a:xfrm>
          <a:prstGeom prst="rect">
            <a:avLst/>
          </a:prstGeom>
        </p:spPr>
        <p:txBody>
          <a:bodyPr vert="horz" lIns="91440" tIns="45720" rIns="91440" bIns="45720" rtlCol="0" anchor="ctr">
            <a:normAutofit/>
          </a:bodyPr>
          <a:lstStyle>
            <a:lvl1pPr marL="0" indent="0">
              <a:buNone/>
              <a:defRPr lang="zh-CN" altLang="en-US"/>
            </a:lvl1pPr>
          </a:lstStyle>
          <a:p>
            <a:pPr lvl="0" algn="ctr"/>
            <a:r>
              <a:rPr lang="zh-CN" altLang="en-US" dirty="0"/>
              <a:t>单击此处修改图片</a:t>
            </a:r>
          </a:p>
        </p:txBody>
      </p:sp>
    </p:spTree>
    <p:extLst>
      <p:ext uri="{BB962C8B-B14F-4D97-AF65-F5344CB8AC3E}">
        <p14:creationId xmlns:p14="http://schemas.microsoft.com/office/powerpoint/2010/main" val="2234799119"/>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图片占位2">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D6EEF3A2-ACC0-4E28-9306-12EF02038760}"/>
              </a:ext>
            </a:extLst>
          </p:cNvPr>
          <p:cNvSpPr>
            <a:spLocks noGrp="1"/>
          </p:cNvSpPr>
          <p:nvPr>
            <p:ph type="pic" idx="10" hasCustomPrompt="1"/>
          </p:nvPr>
        </p:nvSpPr>
        <p:spPr>
          <a:xfrm>
            <a:off x="0" y="1196753"/>
            <a:ext cx="12192000" cy="3121152"/>
          </a:xfrm>
        </p:spPr>
        <p:txBody>
          <a:bodyPr anchor="ctr"/>
          <a:lstStyle>
            <a:lvl1pPr algn="ctr">
              <a:defRPr/>
            </a:lvl1pPr>
          </a:lstStyle>
          <a:p>
            <a:r>
              <a:rPr lang="zh-CN" altLang="en-US" dirty="0"/>
              <a:t>单击此处修改图片</a:t>
            </a:r>
          </a:p>
        </p:txBody>
      </p:sp>
    </p:spTree>
    <p:extLst>
      <p:ext uri="{BB962C8B-B14F-4D97-AF65-F5344CB8AC3E}">
        <p14:creationId xmlns:p14="http://schemas.microsoft.com/office/powerpoint/2010/main" val="2274143159"/>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66" name="图片占位符 65">
            <a:extLst>
              <a:ext uri="{FF2B5EF4-FFF2-40B4-BE49-F238E27FC236}">
                <a16:creationId xmlns:a16="http://schemas.microsoft.com/office/drawing/2014/main" id="{712652DD-B310-4939-8011-D71B950A1B21}"/>
              </a:ext>
            </a:extLst>
          </p:cNvPr>
          <p:cNvSpPr>
            <a:spLocks noGrp="1"/>
          </p:cNvSpPr>
          <p:nvPr>
            <p:ph type="pic" sz="quarter" idx="11" hasCustomPrompt="1"/>
          </p:nvPr>
        </p:nvSpPr>
        <p:spPr>
          <a:xfrm>
            <a:off x="4452445" y="1999139"/>
            <a:ext cx="3287111" cy="3287111"/>
          </a:xfrm>
          <a:custGeom>
            <a:avLst/>
            <a:gdLst>
              <a:gd name="connsiteX0" fmla="*/ 1643556 w 3287111"/>
              <a:gd name="connsiteY0" fmla="*/ 0 h 3287111"/>
              <a:gd name="connsiteX1" fmla="*/ 3278627 w 3287111"/>
              <a:gd name="connsiteY1" fmla="*/ 1475512 h 3287111"/>
              <a:gd name="connsiteX2" fmla="*/ 3287111 w 3287111"/>
              <a:gd name="connsiteY2" fmla="*/ 1643536 h 3287111"/>
              <a:gd name="connsiteX3" fmla="*/ 3287111 w 3287111"/>
              <a:gd name="connsiteY3" fmla="*/ 1643576 h 3287111"/>
              <a:gd name="connsiteX4" fmla="*/ 3278627 w 3287111"/>
              <a:gd name="connsiteY4" fmla="*/ 1811600 h 3287111"/>
              <a:gd name="connsiteX5" fmla="*/ 1811600 w 3287111"/>
              <a:gd name="connsiteY5" fmla="*/ 3278627 h 3287111"/>
              <a:gd name="connsiteX6" fmla="*/ 1643576 w 3287111"/>
              <a:gd name="connsiteY6" fmla="*/ 3287111 h 3287111"/>
              <a:gd name="connsiteX7" fmla="*/ 1643537 w 3287111"/>
              <a:gd name="connsiteY7" fmla="*/ 3287111 h 3287111"/>
              <a:gd name="connsiteX8" fmla="*/ 1475512 w 3287111"/>
              <a:gd name="connsiteY8" fmla="*/ 3278627 h 3287111"/>
              <a:gd name="connsiteX9" fmla="*/ 0 w 3287111"/>
              <a:gd name="connsiteY9" fmla="*/ 1643556 h 3287111"/>
              <a:gd name="connsiteX10" fmla="*/ 1643556 w 3287111"/>
              <a:gd name="connsiteY10" fmla="*/ 0 h 32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noAutofit/>
          </a:bodyPr>
          <a:lstStyle>
            <a:lvl1pPr algn="ctr">
              <a:defRPr/>
            </a:lvl1pPr>
          </a:lstStyle>
          <a:p>
            <a:r>
              <a:rPr lang="zh-CN" altLang="en-US" dirty="0"/>
              <a:t>点击此处修改图片</a:t>
            </a:r>
          </a:p>
        </p:txBody>
      </p:sp>
    </p:spTree>
    <p:extLst>
      <p:ext uri="{BB962C8B-B14F-4D97-AF65-F5344CB8AC3E}">
        <p14:creationId xmlns:p14="http://schemas.microsoft.com/office/powerpoint/2010/main" val="278707024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图片占位4">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32218AD9-0802-4E94-A545-7752B3A5C829}"/>
              </a:ext>
            </a:extLst>
          </p:cNvPr>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indent="-228600" algn="ctr" defTabSz="914400" rtl="0" eaLnBrk="1" latinLnBrk="0" hangingPunct="1">
              <a:lnSpc>
                <a:spcPct val="90000"/>
              </a:lnSpc>
              <a:spcBef>
                <a:spcPts val="1000"/>
              </a:spcBef>
              <a:buFont typeface="Arial" panose="020B0604020202020204" pitchFamily="34" charset="0"/>
              <a:buChar char="•"/>
              <a:defRPr lang="zh-CN" altLang="en-US" sz="2800" kern="1200" dirty="0">
                <a:solidFill>
                  <a:schemeClr val="tx1"/>
                </a:solidFill>
                <a:latin typeface="+mn-ea"/>
                <a:ea typeface="+mn-ea"/>
                <a:cs typeface="+mn-cs"/>
              </a:defRPr>
            </a:lvl1pPr>
          </a:lstStyle>
          <a:p>
            <a:r>
              <a:rPr lang="zh-CN" altLang="en-US" dirty="0"/>
              <a:t>单击此处修改图片</a:t>
            </a:r>
          </a:p>
        </p:txBody>
      </p:sp>
    </p:spTree>
    <p:extLst>
      <p:ext uri="{BB962C8B-B14F-4D97-AF65-F5344CB8AC3E}">
        <p14:creationId xmlns:p14="http://schemas.microsoft.com/office/powerpoint/2010/main" val="3921120085"/>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图片占位5">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7931C1FA-5FE8-40DF-AC6E-9B6B0E4CC26F}"/>
              </a:ext>
            </a:extLst>
          </p:cNvPr>
          <p:cNvSpPr>
            <a:spLocks noGrp="1"/>
          </p:cNvSpPr>
          <p:nvPr>
            <p:ph type="pic" idx="10" hasCustomPrompt="1"/>
          </p:nvPr>
        </p:nvSpPr>
        <p:spPr>
          <a:xfrm>
            <a:off x="977935" y="1396022"/>
            <a:ext cx="1960330" cy="1957820"/>
          </a:xfr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3" name="图片占位符 2">
            <a:extLst>
              <a:ext uri="{FF2B5EF4-FFF2-40B4-BE49-F238E27FC236}">
                <a16:creationId xmlns:a16="http://schemas.microsoft.com/office/drawing/2014/main" id="{C7AF3ED8-1DE9-44A2-B853-FD2803EEAA0D}"/>
              </a:ext>
            </a:extLst>
          </p:cNvPr>
          <p:cNvSpPr>
            <a:spLocks noGrp="1"/>
          </p:cNvSpPr>
          <p:nvPr>
            <p:ph type="pic" sz="quarter" idx="11" hasCustomPrompt="1"/>
          </p:nvPr>
        </p:nvSpPr>
        <p:spPr>
          <a:xfrm>
            <a:off x="3741006" y="1396022"/>
            <a:ext cx="1951941"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4" name="图片占位符 3">
            <a:extLst>
              <a:ext uri="{FF2B5EF4-FFF2-40B4-BE49-F238E27FC236}">
                <a16:creationId xmlns:a16="http://schemas.microsoft.com/office/drawing/2014/main" id="{DB0BFE19-92E2-432D-9E06-36F2A8747397}"/>
              </a:ext>
            </a:extLst>
          </p:cNvPr>
          <p:cNvSpPr>
            <a:spLocks noGrp="1"/>
          </p:cNvSpPr>
          <p:nvPr>
            <p:ph type="pic" sz="quarter" idx="12" hasCustomPrompt="1"/>
          </p:nvPr>
        </p:nvSpPr>
        <p:spPr>
          <a:xfrm>
            <a:off x="6495686" y="1396022"/>
            <a:ext cx="1957818" cy="1957818"/>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5" name="图片占位符 4">
            <a:extLst>
              <a:ext uri="{FF2B5EF4-FFF2-40B4-BE49-F238E27FC236}">
                <a16:creationId xmlns:a16="http://schemas.microsoft.com/office/drawing/2014/main" id="{F6FF85A4-C3A0-4D0C-92AF-6F4762E6DED8}"/>
              </a:ext>
            </a:extLst>
          </p:cNvPr>
          <p:cNvSpPr>
            <a:spLocks noGrp="1"/>
          </p:cNvSpPr>
          <p:nvPr>
            <p:ph type="pic" sz="quarter" idx="13" hasCustomPrompt="1"/>
          </p:nvPr>
        </p:nvSpPr>
        <p:spPr>
          <a:xfrm>
            <a:off x="9256243" y="1396022"/>
            <a:ext cx="1957820"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Tree>
    <p:extLst>
      <p:ext uri="{BB962C8B-B14F-4D97-AF65-F5344CB8AC3E}">
        <p14:creationId xmlns:p14="http://schemas.microsoft.com/office/powerpoint/2010/main" val="147247552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24439797-4BE0-4F81-A8CC-64A6D9187FF8}"/>
              </a:ext>
            </a:extLst>
          </p:cNvPr>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p>
        </p:txBody>
      </p:sp>
    </p:spTree>
    <p:extLst>
      <p:ext uri="{BB962C8B-B14F-4D97-AF65-F5344CB8AC3E}">
        <p14:creationId xmlns:p14="http://schemas.microsoft.com/office/powerpoint/2010/main" val="3828428585"/>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E936D758-58FF-4E8C-86BD-EB1FD279A69D}"/>
              </a:ext>
            </a:extLst>
          </p:cNvPr>
          <p:cNvSpPr>
            <a:spLocks noGrp="1"/>
          </p:cNvSpPr>
          <p:nvPr>
            <p:ph type="pic" idx="10"/>
          </p:nvPr>
        </p:nvSpPr>
        <p:spPr>
          <a:xfrm>
            <a:off x="2546350" y="1186670"/>
            <a:ext cx="6170930" cy="2242330"/>
          </a:xfrm>
        </p:spPr>
        <p:txBody>
          <a:bodyPr/>
          <a:lstStyle/>
          <a:p>
            <a:endParaRPr lang="zh-CN" altLang="en-US"/>
          </a:p>
        </p:txBody>
      </p:sp>
      <p:sp>
        <p:nvSpPr>
          <p:cNvPr id="3" name="图片占位符 2">
            <a:extLst>
              <a:ext uri="{FF2B5EF4-FFF2-40B4-BE49-F238E27FC236}">
                <a16:creationId xmlns:a16="http://schemas.microsoft.com/office/drawing/2014/main" id="{E5320648-7829-4F87-AE28-FE15F9A53BCF}"/>
              </a:ext>
            </a:extLst>
          </p:cNvPr>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a:extLst>
              <a:ext uri="{FF2B5EF4-FFF2-40B4-BE49-F238E27FC236}">
                <a16:creationId xmlns:a16="http://schemas.microsoft.com/office/drawing/2014/main" id="{A979AC8D-DFBA-44CD-BCB5-C9CCA905B1FD}"/>
              </a:ext>
            </a:extLst>
          </p:cNvPr>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a:extLst>
              <a:ext uri="{FF2B5EF4-FFF2-40B4-BE49-F238E27FC236}">
                <a16:creationId xmlns:a16="http://schemas.microsoft.com/office/drawing/2014/main" id="{B9DFBE81-F4AD-4D53-B8CE-49E335DF6821}"/>
              </a:ext>
            </a:extLst>
          </p:cNvPr>
          <p:cNvSpPr>
            <a:spLocks noGrp="1"/>
          </p:cNvSpPr>
          <p:nvPr>
            <p:ph type="pic" sz="quarter" idx="13"/>
          </p:nvPr>
        </p:nvSpPr>
        <p:spPr>
          <a:xfrm>
            <a:off x="8839200" y="1186670"/>
            <a:ext cx="2499360" cy="4767090"/>
          </a:xfrm>
          <a:prstGeom prst="rect">
            <a:avLst/>
          </a:prstGeom>
        </p:spPr>
        <p:txBody>
          <a:bodyPr/>
          <a:lstStyle/>
          <a:p>
            <a:endParaRPr lang="zh-CN" altLang="en-US"/>
          </a:p>
        </p:txBody>
      </p:sp>
    </p:spTree>
    <p:extLst>
      <p:ext uri="{BB962C8B-B14F-4D97-AF65-F5344CB8AC3E}">
        <p14:creationId xmlns:p14="http://schemas.microsoft.com/office/powerpoint/2010/main" val="2778550676"/>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D35FCF2F-C01A-4F00-99E1-57D953605B1F}"/>
              </a:ext>
            </a:extLst>
          </p:cNvPr>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spTree>
    <p:extLst>
      <p:ext uri="{BB962C8B-B14F-4D97-AF65-F5344CB8AC3E}">
        <p14:creationId xmlns:p14="http://schemas.microsoft.com/office/powerpoint/2010/main" val="38028280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theme" Target="../theme/theme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63455C0-832D-42B5-87CA-98983ACE7F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F2D6243-D774-493B-A6CB-55BA5AC174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EDB6C0E-2F8F-4954-AD0C-342D168656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a:extLst>
              <a:ext uri="{FF2B5EF4-FFF2-40B4-BE49-F238E27FC236}">
                <a16:creationId xmlns:a16="http://schemas.microsoft.com/office/drawing/2014/main" id="{FCB4F914-6D13-4D21-B73D-FFA3F0B9DF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66C55A3A-A704-474B-876D-9A80CCBAA8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5E2BD9-8305-408A-A91E-789F17450100}" type="slidenum">
              <a:rPr lang="zh-CN" altLang="en-US" smtClean="0"/>
              <a:t>‹#›</a:t>
            </a:fld>
            <a:endParaRPr lang="zh-CN" altLang="en-US"/>
          </a:p>
        </p:txBody>
      </p:sp>
    </p:spTree>
    <p:extLst>
      <p:ext uri="{BB962C8B-B14F-4D97-AF65-F5344CB8AC3E}">
        <p14:creationId xmlns:p14="http://schemas.microsoft.com/office/powerpoint/2010/main" val="30012987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6602065-9875-489D-9807-49A056F143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7D4D4825-E8D7-49E3-9C98-FB2E3CB1C2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5482996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1.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1.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1.xml"/><Relationship Id="rId5" Type="http://schemas.openxmlformats.org/officeDocument/2006/relationships/image" Target="../media/image13.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1.xml"/><Relationship Id="rId5" Type="http://schemas.openxmlformats.org/officeDocument/2006/relationships/image" Target="../media/image14.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1.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1.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1.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1.xml"/><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21.xml"/><Relationship Id="rId5" Type="http://schemas.openxmlformats.org/officeDocument/2006/relationships/image" Target="../media/image33.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21.xml"/><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1.xml"/><Relationship Id="rId5" Type="http://schemas.openxmlformats.org/officeDocument/2006/relationships/image" Target="../media/image38.png"/><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21.xml"/><Relationship Id="rId5" Type="http://schemas.openxmlformats.org/officeDocument/2006/relationships/image" Target="../media/image41.png"/><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2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21.xml"/><Relationship Id="rId4" Type="http://schemas.openxmlformats.org/officeDocument/2006/relationships/image" Target="../media/image46.png"/></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21.xml"/><Relationship Id="rId4" Type="http://schemas.openxmlformats.org/officeDocument/2006/relationships/image" Target="../media/image48.png"/></Relationships>
</file>

<file path=ppt/slides/_rels/slide2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3.xml"/><Relationship Id="rId1" Type="http://schemas.openxmlformats.org/officeDocument/2006/relationships/slideLayout" Target="../slideLayouts/slideLayout2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2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4.xml"/><Relationship Id="rId1" Type="http://schemas.openxmlformats.org/officeDocument/2006/relationships/slideLayout" Target="../slideLayouts/slideLayout21.xml"/><Relationship Id="rId4" Type="http://schemas.openxmlformats.org/officeDocument/2006/relationships/image" Target="../media/image54.png"/></Relationships>
</file>

<file path=ppt/slides/_rels/slide2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5.xml"/><Relationship Id="rId1" Type="http://schemas.openxmlformats.org/officeDocument/2006/relationships/slideLayout" Target="../slideLayouts/slideLayout21.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2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6.xml"/><Relationship Id="rId1" Type="http://schemas.openxmlformats.org/officeDocument/2006/relationships/slideLayout" Target="../slideLayouts/slideLayout21.xml"/><Relationship Id="rId5" Type="http://schemas.openxmlformats.org/officeDocument/2006/relationships/image" Target="../media/image60.png"/><Relationship Id="rId4" Type="http://schemas.openxmlformats.org/officeDocument/2006/relationships/image" Target="../media/image5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a:extLst>
              <a:ext uri="{FF2B5EF4-FFF2-40B4-BE49-F238E27FC236}">
                <a16:creationId xmlns:a16="http://schemas.microsoft.com/office/drawing/2014/main" id="{60D80825-8C48-474D-87A6-364ABCC81FF0}"/>
              </a:ext>
            </a:extLst>
          </p:cNvPr>
          <p:cNvSpPr/>
          <p:nvPr/>
        </p:nvSpPr>
        <p:spPr>
          <a:xfrm>
            <a:off x="1" y="2698230"/>
            <a:ext cx="12192000" cy="1735512"/>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3" name="矩形 122">
            <a:extLst>
              <a:ext uri="{FF2B5EF4-FFF2-40B4-BE49-F238E27FC236}">
                <a16:creationId xmlns:a16="http://schemas.microsoft.com/office/drawing/2014/main" id="{A83A5D28-9D83-48F5-9E5A-9FE4B0EEFCD2}"/>
              </a:ext>
            </a:extLst>
          </p:cNvPr>
          <p:cNvSpPr/>
          <p:nvPr/>
        </p:nvSpPr>
        <p:spPr>
          <a:xfrm>
            <a:off x="1622712" y="3182291"/>
            <a:ext cx="8944132" cy="767390"/>
          </a:xfrm>
          <a:prstGeom prst="rect">
            <a:avLst/>
          </a:prstGeom>
        </p:spPr>
        <p:txBody>
          <a:bodyPr wrap="square">
            <a:spAutoFit/>
          </a:bodyPr>
          <a:lstStyle/>
          <a:p>
            <a:pPr algn="ctr">
              <a:lnSpc>
                <a:spcPct val="120000"/>
              </a:lnSpc>
              <a:defRPr sz="4000" b="1" spc="300">
                <a:solidFill>
                  <a:srgbClr val="FFFFFF"/>
                </a:solidFill>
                <a:latin typeface="Arial"/>
                <a:ea typeface="Arial"/>
                <a:cs typeface="Arial"/>
                <a:sym typeface="Arial"/>
              </a:defRPr>
            </a:pPr>
            <a:r>
              <a:rPr lang="en-US" altLang="zh-CN" dirty="0">
                <a:latin typeface="Microsoft YaHei"/>
                <a:ea typeface="Microsoft YaHei"/>
                <a:cs typeface="Microsoft YaHei"/>
                <a:sym typeface="Microsoft YaHei"/>
              </a:rPr>
              <a:t>2021</a:t>
            </a:r>
            <a:r>
              <a:rPr lang="zh-CN" altLang="en-US" dirty="0">
                <a:latin typeface="Microsoft YaHei"/>
                <a:ea typeface="Microsoft YaHei"/>
                <a:cs typeface="Microsoft YaHei"/>
                <a:sym typeface="Microsoft YaHei"/>
              </a:rPr>
              <a:t>数算七</a:t>
            </a:r>
            <a:r>
              <a:rPr lang="en-US" altLang="zh-CN" dirty="0">
                <a:latin typeface="Microsoft YaHei"/>
                <a:ea typeface="Microsoft YaHei"/>
                <a:cs typeface="Microsoft YaHei"/>
                <a:sym typeface="Microsoft YaHei"/>
              </a:rPr>
              <a:t>-</a:t>
            </a:r>
            <a:r>
              <a:rPr lang="zh-CN" altLang="en-US" dirty="0">
                <a:latin typeface="Microsoft YaHei"/>
                <a:ea typeface="Microsoft YaHei"/>
                <a:cs typeface="Microsoft YaHei"/>
                <a:sym typeface="Microsoft YaHei"/>
              </a:rPr>
              <a:t>九章习题课</a:t>
            </a:r>
          </a:p>
        </p:txBody>
      </p:sp>
      <p:grpSp>
        <p:nvGrpSpPr>
          <p:cNvPr id="119" name="组合 118">
            <a:extLst>
              <a:ext uri="{FF2B5EF4-FFF2-40B4-BE49-F238E27FC236}">
                <a16:creationId xmlns:a16="http://schemas.microsoft.com/office/drawing/2014/main" id="{6112D7F5-0BB5-439E-BE56-6514A6EF151C}"/>
              </a:ext>
            </a:extLst>
          </p:cNvPr>
          <p:cNvGrpSpPr/>
          <p:nvPr/>
        </p:nvGrpSpPr>
        <p:grpSpPr>
          <a:xfrm>
            <a:off x="5049188" y="326210"/>
            <a:ext cx="2093624" cy="2088742"/>
            <a:chOff x="2105799" y="20055838"/>
            <a:chExt cx="6748090" cy="6732363"/>
          </a:xfrm>
          <a:solidFill>
            <a:schemeClr val="accent1"/>
          </a:solidFill>
        </p:grpSpPr>
        <p:sp>
          <p:nvSpPr>
            <p:cNvPr id="120" name="Freeform 8">
              <a:extLst>
                <a:ext uri="{FF2B5EF4-FFF2-40B4-BE49-F238E27FC236}">
                  <a16:creationId xmlns:a16="http://schemas.microsoft.com/office/drawing/2014/main" id="{E2C71814-3CD5-4384-BD75-5B90DC1171A9}"/>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4" name="Freeform 42">
              <a:extLst>
                <a:ext uri="{FF2B5EF4-FFF2-40B4-BE49-F238E27FC236}">
                  <a16:creationId xmlns:a16="http://schemas.microsoft.com/office/drawing/2014/main" id="{26FE1644-E9DD-4D51-80EE-783310CEF052}"/>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5" name="Freeform 43">
              <a:extLst>
                <a:ext uri="{FF2B5EF4-FFF2-40B4-BE49-F238E27FC236}">
                  <a16:creationId xmlns:a16="http://schemas.microsoft.com/office/drawing/2014/main" id="{FD497158-79D6-46F7-966F-3425FA2B755F}"/>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6" name="Freeform 44">
              <a:extLst>
                <a:ext uri="{FF2B5EF4-FFF2-40B4-BE49-F238E27FC236}">
                  <a16:creationId xmlns:a16="http://schemas.microsoft.com/office/drawing/2014/main" id="{CFF5618C-E761-44F7-896F-4FE288C508CA}"/>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7" name="Freeform 45">
              <a:extLst>
                <a:ext uri="{FF2B5EF4-FFF2-40B4-BE49-F238E27FC236}">
                  <a16:creationId xmlns:a16="http://schemas.microsoft.com/office/drawing/2014/main" id="{D7446E18-F17A-4984-BCC6-B7E1F52DBA2C}"/>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8" name="Freeform 46">
              <a:extLst>
                <a:ext uri="{FF2B5EF4-FFF2-40B4-BE49-F238E27FC236}">
                  <a16:creationId xmlns:a16="http://schemas.microsoft.com/office/drawing/2014/main" id="{F6E61D19-7B2C-4497-B399-701EFE5F4B46}"/>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9" name="Freeform 47">
              <a:extLst>
                <a:ext uri="{FF2B5EF4-FFF2-40B4-BE49-F238E27FC236}">
                  <a16:creationId xmlns:a16="http://schemas.microsoft.com/office/drawing/2014/main" id="{7BAC70CB-898B-4A15-B1F7-C4CE85925914}"/>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0" name="Freeform 48">
              <a:extLst>
                <a:ext uri="{FF2B5EF4-FFF2-40B4-BE49-F238E27FC236}">
                  <a16:creationId xmlns:a16="http://schemas.microsoft.com/office/drawing/2014/main" id="{9F1A83BD-85A3-469B-AC00-6602A68BA1D2}"/>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1" name="Freeform 49">
              <a:extLst>
                <a:ext uri="{FF2B5EF4-FFF2-40B4-BE49-F238E27FC236}">
                  <a16:creationId xmlns:a16="http://schemas.microsoft.com/office/drawing/2014/main" id="{F32EB500-90B0-4205-82ED-166B57C7E8B2}"/>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2" name="Freeform 50">
              <a:extLst>
                <a:ext uri="{FF2B5EF4-FFF2-40B4-BE49-F238E27FC236}">
                  <a16:creationId xmlns:a16="http://schemas.microsoft.com/office/drawing/2014/main" id="{4F617127-BCBB-4A32-AAA8-36502E80FCF6}"/>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3" name="Freeform 51">
              <a:extLst>
                <a:ext uri="{FF2B5EF4-FFF2-40B4-BE49-F238E27FC236}">
                  <a16:creationId xmlns:a16="http://schemas.microsoft.com/office/drawing/2014/main" id="{897B8C90-DEB2-4158-B384-343B9267466E}"/>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4" name="Freeform 52">
              <a:extLst>
                <a:ext uri="{FF2B5EF4-FFF2-40B4-BE49-F238E27FC236}">
                  <a16:creationId xmlns:a16="http://schemas.microsoft.com/office/drawing/2014/main" id="{CB13675F-D179-44C4-BC0A-462F3976992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5" name="Freeform 53">
              <a:extLst>
                <a:ext uri="{FF2B5EF4-FFF2-40B4-BE49-F238E27FC236}">
                  <a16:creationId xmlns:a16="http://schemas.microsoft.com/office/drawing/2014/main" id="{E70B5CC0-D928-4EFD-B2C5-2F6F0CE8DBC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6" name="Freeform 54">
              <a:extLst>
                <a:ext uri="{FF2B5EF4-FFF2-40B4-BE49-F238E27FC236}">
                  <a16:creationId xmlns:a16="http://schemas.microsoft.com/office/drawing/2014/main" id="{4FBB0DCE-F889-4809-ACE2-3F2CF7BF7265}"/>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7" name="Freeform 55">
              <a:extLst>
                <a:ext uri="{FF2B5EF4-FFF2-40B4-BE49-F238E27FC236}">
                  <a16:creationId xmlns:a16="http://schemas.microsoft.com/office/drawing/2014/main" id="{EFCD19A0-81A0-4BA3-B910-84F8654B5E34}"/>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8" name="Freeform 56">
              <a:extLst>
                <a:ext uri="{FF2B5EF4-FFF2-40B4-BE49-F238E27FC236}">
                  <a16:creationId xmlns:a16="http://schemas.microsoft.com/office/drawing/2014/main" id="{2CA3269D-9C7D-4B20-A5AE-325A8A0D4DBA}"/>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9" name="Freeform 57">
              <a:extLst>
                <a:ext uri="{FF2B5EF4-FFF2-40B4-BE49-F238E27FC236}">
                  <a16:creationId xmlns:a16="http://schemas.microsoft.com/office/drawing/2014/main" id="{1B5FE221-3E48-4E96-B8E5-5FE1CD6CFF13}"/>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0" name="Freeform 58">
              <a:extLst>
                <a:ext uri="{FF2B5EF4-FFF2-40B4-BE49-F238E27FC236}">
                  <a16:creationId xmlns:a16="http://schemas.microsoft.com/office/drawing/2014/main" id="{0C80588D-DFE1-4FB4-962E-E3C92D9E11E7}"/>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1" name="Freeform 59">
              <a:extLst>
                <a:ext uri="{FF2B5EF4-FFF2-40B4-BE49-F238E27FC236}">
                  <a16:creationId xmlns:a16="http://schemas.microsoft.com/office/drawing/2014/main" id="{320EA19E-5EAD-4B80-911A-EBF3A28694B6}"/>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2" name="Freeform 60">
              <a:extLst>
                <a:ext uri="{FF2B5EF4-FFF2-40B4-BE49-F238E27FC236}">
                  <a16:creationId xmlns:a16="http://schemas.microsoft.com/office/drawing/2014/main" id="{CE249F1C-D798-4BD0-8FB9-089BB37E767F}"/>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3" name="Freeform 61">
              <a:extLst>
                <a:ext uri="{FF2B5EF4-FFF2-40B4-BE49-F238E27FC236}">
                  <a16:creationId xmlns:a16="http://schemas.microsoft.com/office/drawing/2014/main" id="{BC1A26E3-0AA5-4CA3-9984-A9FA381A1C0A}"/>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4" name="Freeform 62">
              <a:extLst>
                <a:ext uri="{FF2B5EF4-FFF2-40B4-BE49-F238E27FC236}">
                  <a16:creationId xmlns:a16="http://schemas.microsoft.com/office/drawing/2014/main" id="{019A6925-DD6B-4C29-B18F-663928AE5C79}"/>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5" name="Freeform 71">
              <a:extLst>
                <a:ext uri="{FF2B5EF4-FFF2-40B4-BE49-F238E27FC236}">
                  <a16:creationId xmlns:a16="http://schemas.microsoft.com/office/drawing/2014/main" id="{4E677B05-5C62-4629-A766-3F659E7E1A6A}"/>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sp>
        <p:nvSpPr>
          <p:cNvPr id="2" name="文本框 1">
            <a:extLst>
              <a:ext uri="{FF2B5EF4-FFF2-40B4-BE49-F238E27FC236}">
                <a16:creationId xmlns:a16="http://schemas.microsoft.com/office/drawing/2014/main" id="{4803BD50-60D5-1E4D-AB2A-3FB1716057C4}"/>
              </a:ext>
            </a:extLst>
          </p:cNvPr>
          <p:cNvSpPr txBox="1"/>
          <p:nvPr/>
        </p:nvSpPr>
        <p:spPr>
          <a:xfrm>
            <a:off x="2429177" y="5719230"/>
            <a:ext cx="7572778" cy="943528"/>
          </a:xfrm>
          <a:prstGeom prst="rect">
            <a:avLst/>
          </a:prstGeom>
          <a:noFill/>
        </p:spPr>
        <p:txBody>
          <a:bodyPr wrap="square" rtlCol="0">
            <a:spAutoFit/>
          </a:bodyPr>
          <a:lstStyle/>
          <a:p>
            <a:pPr algn="ctr">
              <a:lnSpc>
                <a:spcPct val="150000"/>
              </a:lnSpc>
            </a:pPr>
            <a:r>
              <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rPr>
              <a:t>石瑶（助教） </a:t>
            </a:r>
            <a:endPar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endParaRPr>
          </a:p>
          <a:p>
            <a:pPr algn="ctr">
              <a:lnSpc>
                <a:spcPct val="150000"/>
              </a:lnSpc>
            </a:pPr>
            <a:r>
              <a:rPr kumimoji="1" lang="en-US" altLang="zh-CN" sz="2000" dirty="0">
                <a:latin typeface="SimSun" panose="02010600030101010101" pitchFamily="2" charset="-122"/>
                <a:ea typeface="SimSun" panose="02010600030101010101" pitchFamily="2" charset="-122"/>
                <a:cs typeface="+mn-ea"/>
                <a:sym typeface="Arial" panose="020B0604020202020204" pitchFamily="34" charset="0"/>
              </a:rPr>
              <a:t>shall@pku.edu.cn</a:t>
            </a:r>
            <a:endParaRPr kumimoji="1" lang="zh-CN" altLang="en-US" sz="2000" dirty="0">
              <a:latin typeface="SimSun" panose="02010600030101010101" pitchFamily="2" charset="-122"/>
              <a:ea typeface="SimSun" panose="02010600030101010101" pitchFamily="2" charset="-122"/>
              <a:cs typeface="+mn-ea"/>
              <a:sym typeface="Arial" panose="020B0604020202020204" pitchFamily="34" charset="0"/>
            </a:endParaRPr>
          </a:p>
        </p:txBody>
      </p:sp>
    </p:spTree>
    <p:extLst>
      <p:ext uri="{BB962C8B-B14F-4D97-AF65-F5344CB8AC3E}">
        <p14:creationId xmlns:p14="http://schemas.microsoft.com/office/powerpoint/2010/main" val="101857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第七章</a:t>
            </a:r>
            <a:r>
              <a:rPr lang="en-US" altLang="zh-CN" dirty="0">
                <a:latin typeface="微软雅黑"/>
                <a:ea typeface="微软雅黑"/>
                <a:sym typeface="微软雅黑"/>
              </a:rPr>
              <a:t>-</a:t>
            </a:r>
            <a:r>
              <a:rPr lang="zh-CN" altLang="en-US" dirty="0">
                <a:latin typeface="微软雅黑"/>
                <a:ea typeface="微软雅黑"/>
                <a:sym typeface="微软雅黑"/>
              </a:rPr>
              <a:t>图</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1" y="6409550"/>
            <a:ext cx="132921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dirty="0">
                <a:latin typeface="Arial" panose="020B0604020202020204" pitchFamily="34" charset="0"/>
                <a:ea typeface="微软雅黑" panose="020B0503020204020204" pitchFamily="34" charset="-122"/>
                <a:cs typeface="+mn-ea"/>
                <a:sym typeface="Arial" panose="020B0604020202020204" pitchFamily="34" charset="0"/>
              </a:rPr>
              <a:t>7-9</a:t>
            </a: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章习题课</a:t>
            </a:r>
          </a:p>
        </p:txBody>
      </p:sp>
      <p:sp>
        <p:nvSpPr>
          <p:cNvPr id="5" name="矩形 4">
            <a:extLst>
              <a:ext uri="{FF2B5EF4-FFF2-40B4-BE49-F238E27FC236}">
                <a16:creationId xmlns:a16="http://schemas.microsoft.com/office/drawing/2014/main" id="{476F6088-871E-48F1-BA80-09EDAD0B2A31}"/>
              </a:ext>
            </a:extLst>
          </p:cNvPr>
          <p:cNvSpPr/>
          <p:nvPr/>
        </p:nvSpPr>
        <p:spPr>
          <a:xfrm>
            <a:off x="935622" y="2552450"/>
            <a:ext cx="5513669" cy="3173946"/>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en-US" sz="2000" kern="100" dirty="0">
                <a:latin typeface="宋体" panose="02010600030101010101" pitchFamily="2" charset="-122"/>
                <a:ea typeface="宋体" panose="02010600030101010101" pitchFamily="2" charset="-122"/>
              </a:rPr>
              <a:t>图的基本概念</a:t>
            </a:r>
            <a:endParaRPr lang="en-US" altLang="zh-CN" sz="2000" kern="100" dirty="0">
              <a:latin typeface="宋体" panose="02010600030101010101" pitchFamily="2" charset="-122"/>
              <a:ea typeface="宋体" panose="02010600030101010101" pitchFamily="2" charset="-122"/>
            </a:endParaRPr>
          </a:p>
          <a:p>
            <a:pPr marL="800100" lvl="1" indent="-342900" algn="just">
              <a:lnSpc>
                <a:spcPct val="150000"/>
              </a:lnSpc>
              <a:buFont typeface="Arial" panose="020B0604020202020204" pitchFamily="34" charset="0"/>
              <a:buChar char="•"/>
            </a:pPr>
            <a:r>
              <a:rPr lang="zh-CN" altLang="en-US" sz="1600" kern="100" dirty="0">
                <a:latin typeface="宋体" panose="02010600030101010101" pitchFamily="2" charset="-122"/>
                <a:ea typeface="宋体" panose="02010600030101010101" pitchFamily="2" charset="-122"/>
              </a:rPr>
              <a:t>完全图、有向图</a:t>
            </a:r>
            <a:r>
              <a:rPr lang="en-US" altLang="zh-CN" sz="1600" kern="100" dirty="0">
                <a:latin typeface="宋体" panose="02010600030101010101" pitchFamily="2" charset="-122"/>
                <a:ea typeface="宋体" panose="02010600030101010101" pitchFamily="2" charset="-122"/>
              </a:rPr>
              <a:t>/</a:t>
            </a:r>
            <a:r>
              <a:rPr lang="zh-CN" altLang="en-US" sz="1600" kern="100" dirty="0">
                <a:latin typeface="宋体" panose="02010600030101010101" pitchFamily="2" charset="-122"/>
                <a:ea typeface="宋体" panose="02010600030101010101" pitchFamily="2" charset="-122"/>
              </a:rPr>
              <a:t>无向图、简单图</a:t>
            </a:r>
            <a:endParaRPr lang="en-US" altLang="zh-CN" sz="1600" kern="100" dirty="0">
              <a:latin typeface="宋体" panose="02010600030101010101" pitchFamily="2" charset="-122"/>
              <a:ea typeface="宋体" panose="02010600030101010101" pitchFamily="2" charset="-122"/>
            </a:endParaRPr>
          </a:p>
          <a:p>
            <a:pPr marL="800100" lvl="1" indent="-342900" algn="just">
              <a:lnSpc>
                <a:spcPct val="150000"/>
              </a:lnSpc>
              <a:buFont typeface="Arial" panose="020B0604020202020204" pitchFamily="34" charset="0"/>
              <a:buChar char="•"/>
            </a:pPr>
            <a:r>
              <a:rPr lang="zh-CN" altLang="en-US" sz="1600" kern="100" dirty="0">
                <a:latin typeface="宋体" panose="02010600030101010101" pitchFamily="2" charset="-122"/>
                <a:ea typeface="宋体" panose="02010600030101010101" pitchFamily="2" charset="-122"/>
              </a:rPr>
              <a:t>稀疏图、稠密图</a:t>
            </a:r>
            <a:endParaRPr lang="en-US" altLang="zh-CN" sz="1600" kern="100" dirty="0">
              <a:latin typeface="宋体" panose="02010600030101010101" pitchFamily="2" charset="-122"/>
              <a:ea typeface="宋体" panose="02010600030101010101" pitchFamily="2" charset="-122"/>
            </a:endParaRPr>
          </a:p>
          <a:p>
            <a:pPr marL="800100" lvl="1" indent="-342900" algn="just">
              <a:lnSpc>
                <a:spcPct val="150000"/>
              </a:lnSpc>
              <a:buFont typeface="Arial" panose="020B0604020202020204" pitchFamily="34" charset="0"/>
              <a:buChar char="•"/>
            </a:pPr>
            <a:r>
              <a:rPr lang="zh-CN" altLang="en-US" sz="1600" kern="100" dirty="0">
                <a:latin typeface="宋体" panose="02010600030101010101" pitchFamily="2" charset="-122"/>
                <a:ea typeface="宋体" panose="02010600030101010101" pitchFamily="2" charset="-122"/>
              </a:rPr>
              <a:t>（强）连通图、（强）连通分量、子图、生成树</a:t>
            </a:r>
            <a:endParaRPr lang="en-US" altLang="zh-CN" sz="1600" kern="100" dirty="0">
              <a:latin typeface="宋体" panose="02010600030101010101" pitchFamily="2" charset="-122"/>
              <a:ea typeface="宋体" panose="02010600030101010101" pitchFamily="2" charset="-122"/>
            </a:endParaRPr>
          </a:p>
          <a:p>
            <a:pPr marL="800100" lvl="1" indent="-342900" algn="just">
              <a:lnSpc>
                <a:spcPct val="150000"/>
              </a:lnSpc>
              <a:buFont typeface="Arial" panose="020B0604020202020204" pitchFamily="34" charset="0"/>
              <a:buChar char="•"/>
            </a:pPr>
            <a:r>
              <a:rPr lang="zh-CN" altLang="en-US" sz="1600" kern="100" dirty="0">
                <a:latin typeface="宋体" panose="02010600030101010101" pitchFamily="2" charset="-122"/>
                <a:ea typeface="宋体" panose="02010600030101010101" pitchFamily="2" charset="-122"/>
              </a:rPr>
              <a:t>（简单）路径、（简单）回路</a:t>
            </a:r>
            <a:endParaRPr lang="en-US" altLang="zh-CN" sz="1600" kern="100" dirty="0">
              <a:latin typeface="宋体" panose="02010600030101010101" pitchFamily="2" charset="-122"/>
              <a:ea typeface="宋体" panose="02010600030101010101" pitchFamily="2" charset="-122"/>
            </a:endParaRPr>
          </a:p>
          <a:p>
            <a:pPr marL="800100" lvl="1" indent="-342900" algn="just">
              <a:lnSpc>
                <a:spcPct val="150000"/>
              </a:lnSpc>
              <a:buFont typeface="Arial" panose="020B0604020202020204" pitchFamily="34" charset="0"/>
              <a:buChar char="•"/>
            </a:pPr>
            <a:r>
              <a:rPr lang="zh-CN" altLang="en-US" sz="1600" kern="100" dirty="0">
                <a:latin typeface="宋体" panose="02010600030101010101" pitchFamily="2" charset="-122"/>
                <a:ea typeface="宋体" panose="02010600030101010101" pitchFamily="2" charset="-122"/>
              </a:rPr>
              <a:t>审题要仔细，复杂度很重要</a:t>
            </a:r>
          </a:p>
          <a:p>
            <a:pPr marL="342900" indent="-342900" algn="just">
              <a:lnSpc>
                <a:spcPct val="150000"/>
              </a:lnSpc>
              <a:spcAft>
                <a:spcPts val="0"/>
              </a:spcAft>
              <a:buFont typeface="Arial" panose="020B0604020202020204" pitchFamily="34" charset="0"/>
              <a:buChar char="•"/>
            </a:pPr>
            <a:r>
              <a:rPr lang="zh-CN" altLang="en-US" sz="2000" kern="100" dirty="0">
                <a:latin typeface="宋体" panose="02010600030101010101" pitchFamily="2" charset="-122"/>
                <a:ea typeface="宋体" panose="02010600030101010101" pitchFamily="2" charset="-122"/>
              </a:rPr>
              <a:t>图的存储结构</a:t>
            </a:r>
            <a:endParaRPr lang="en-US" altLang="zh-CN" sz="2000" kern="100" dirty="0">
              <a:latin typeface="宋体" panose="02010600030101010101" pitchFamily="2" charset="-122"/>
              <a:ea typeface="宋体" panose="02010600030101010101" pitchFamily="2" charset="-122"/>
            </a:endParaRPr>
          </a:p>
          <a:p>
            <a:pPr marL="800100" lvl="1" indent="-342900" algn="just">
              <a:lnSpc>
                <a:spcPct val="150000"/>
              </a:lnSpc>
              <a:buFont typeface="Arial" panose="020B0604020202020204" pitchFamily="34" charset="0"/>
              <a:buChar char="•"/>
            </a:pPr>
            <a:r>
              <a:rPr lang="zh-CN" altLang="en-US" sz="1600" kern="100" dirty="0">
                <a:latin typeface="宋体" panose="02010600030101010101" pitchFamily="2" charset="-122"/>
                <a:ea typeface="宋体" panose="02010600030101010101" pitchFamily="2" charset="-122"/>
              </a:rPr>
              <a:t>相邻矩阵、邻接表、十字链表、</a:t>
            </a:r>
            <a:r>
              <a:rPr lang="en-US" altLang="zh-CN" sz="1600" kern="100" dirty="0">
                <a:latin typeface="宋体" panose="02010600030101010101" pitchFamily="2" charset="-122"/>
                <a:ea typeface="宋体" panose="02010600030101010101" pitchFamily="2" charset="-122"/>
              </a:rPr>
              <a:t>CSR</a:t>
            </a:r>
            <a:endParaRPr lang="zh-CN" altLang="en-US" sz="1600" kern="100" dirty="0">
              <a:latin typeface="宋体" panose="02010600030101010101" pitchFamily="2" charset="-122"/>
              <a:ea typeface="宋体" panose="02010600030101010101" pitchFamily="2" charset="-122"/>
            </a:endParaRPr>
          </a:p>
        </p:txBody>
      </p:sp>
      <p:pic>
        <p:nvPicPr>
          <p:cNvPr id="6" name="图片 5">
            <a:extLst>
              <a:ext uri="{FF2B5EF4-FFF2-40B4-BE49-F238E27FC236}">
                <a16:creationId xmlns:a16="http://schemas.microsoft.com/office/drawing/2014/main" id="{0AD0EC54-F067-4283-A379-B43B66ECABC9}"/>
              </a:ext>
            </a:extLst>
          </p:cNvPr>
          <p:cNvPicPr>
            <a:picLocks noChangeAspect="1"/>
          </p:cNvPicPr>
          <p:nvPr/>
        </p:nvPicPr>
        <p:blipFill>
          <a:blip r:embed="rId3"/>
          <a:stretch>
            <a:fillRect/>
          </a:stretch>
        </p:blipFill>
        <p:spPr>
          <a:xfrm>
            <a:off x="935622" y="1128509"/>
            <a:ext cx="4813576" cy="1329751"/>
          </a:xfrm>
          <a:prstGeom prst="rect">
            <a:avLst/>
          </a:prstGeom>
        </p:spPr>
      </p:pic>
      <p:pic>
        <p:nvPicPr>
          <p:cNvPr id="8" name="图片 7">
            <a:extLst>
              <a:ext uri="{FF2B5EF4-FFF2-40B4-BE49-F238E27FC236}">
                <a16:creationId xmlns:a16="http://schemas.microsoft.com/office/drawing/2014/main" id="{9417C67C-92CB-4FFF-B17D-786F5DE5752B}"/>
              </a:ext>
            </a:extLst>
          </p:cNvPr>
          <p:cNvPicPr>
            <a:picLocks noChangeAspect="1"/>
          </p:cNvPicPr>
          <p:nvPr/>
        </p:nvPicPr>
        <p:blipFill>
          <a:blip r:embed="rId4"/>
          <a:stretch>
            <a:fillRect/>
          </a:stretch>
        </p:blipFill>
        <p:spPr>
          <a:xfrm>
            <a:off x="6711447" y="948928"/>
            <a:ext cx="3937866" cy="1352641"/>
          </a:xfrm>
          <a:prstGeom prst="rect">
            <a:avLst/>
          </a:prstGeom>
        </p:spPr>
      </p:pic>
      <p:sp>
        <p:nvSpPr>
          <p:cNvPr id="11" name="矩形 10">
            <a:extLst>
              <a:ext uri="{FF2B5EF4-FFF2-40B4-BE49-F238E27FC236}">
                <a16:creationId xmlns:a16="http://schemas.microsoft.com/office/drawing/2014/main" id="{D0571661-DF1B-4510-AB2F-71389F8D1CB8}"/>
              </a:ext>
            </a:extLst>
          </p:cNvPr>
          <p:cNvSpPr/>
          <p:nvPr/>
        </p:nvSpPr>
        <p:spPr>
          <a:xfrm>
            <a:off x="6662956" y="2389410"/>
            <a:ext cx="6096000" cy="3635611"/>
          </a:xfrm>
          <a:prstGeom prst="rect">
            <a:avLst/>
          </a:prstGeom>
        </p:spPr>
        <p:txBody>
          <a:bodyPr>
            <a:spAutoFit/>
          </a:bodyPr>
          <a:lstStyle/>
          <a:p>
            <a:pPr marL="342900" indent="-342900" algn="just">
              <a:lnSpc>
                <a:spcPct val="150000"/>
              </a:lnSpc>
              <a:spcAft>
                <a:spcPts val="0"/>
              </a:spcAft>
              <a:buFont typeface="Arial" panose="020B0604020202020204" pitchFamily="34" charset="0"/>
              <a:buChar char="•"/>
            </a:pPr>
            <a:r>
              <a:rPr lang="zh-CN" altLang="en-US" sz="2000" kern="100" dirty="0">
                <a:latin typeface="宋体" panose="02010600030101010101" pitchFamily="2" charset="-122"/>
                <a:ea typeface="宋体" panose="02010600030101010101" pitchFamily="2" charset="-122"/>
              </a:rPr>
              <a:t>图的周游（深度、广度、拓扑）</a:t>
            </a:r>
            <a:endParaRPr lang="en-US" altLang="zh-CN" sz="2000" kern="100" dirty="0">
              <a:latin typeface="宋体" panose="02010600030101010101" pitchFamily="2" charset="-122"/>
              <a:ea typeface="宋体" panose="02010600030101010101" pitchFamily="2" charset="-122"/>
            </a:endParaRPr>
          </a:p>
          <a:p>
            <a:pPr marL="800100" lvl="1" indent="-342900" algn="just">
              <a:lnSpc>
                <a:spcPct val="150000"/>
              </a:lnSpc>
              <a:buFont typeface="Arial" panose="020B0604020202020204" pitchFamily="34" charset="0"/>
              <a:buChar char="•"/>
            </a:pPr>
            <a:r>
              <a:rPr lang="zh-CN" altLang="en-US" sz="1600" kern="100" dirty="0">
                <a:latin typeface="宋体" panose="02010600030101010101" pitchFamily="2" charset="-122"/>
                <a:ea typeface="宋体" panose="02010600030101010101" pitchFamily="2" charset="-122"/>
              </a:rPr>
              <a:t>是否有向、连通性、环</a:t>
            </a:r>
            <a:endParaRPr lang="en-US" altLang="zh-CN" sz="1600" kern="100" dirty="0">
              <a:latin typeface="宋体" panose="02010600030101010101" pitchFamily="2" charset="-122"/>
              <a:ea typeface="宋体" panose="02010600030101010101" pitchFamily="2" charset="-122"/>
            </a:endParaRPr>
          </a:p>
          <a:p>
            <a:pPr marL="800100" lvl="1" indent="-342900" algn="just">
              <a:lnSpc>
                <a:spcPct val="150000"/>
              </a:lnSpc>
              <a:buFont typeface="Arial" panose="020B0604020202020204" pitchFamily="34" charset="0"/>
              <a:buChar char="•"/>
            </a:pPr>
            <a:r>
              <a:rPr lang="zh-CN" altLang="en-US" sz="1600" kern="100" dirty="0">
                <a:latin typeface="宋体" panose="02010600030101010101" pitchFamily="2" charset="-122"/>
                <a:ea typeface="宋体" panose="02010600030101010101" pitchFamily="2" charset="-122"/>
              </a:rPr>
              <a:t>不同存储结构下，有</a:t>
            </a:r>
            <a:r>
              <a:rPr lang="en-US" altLang="zh-CN" sz="1600" kern="100" dirty="0">
                <a:latin typeface="宋体" panose="02010600030101010101" pitchFamily="2" charset="-122"/>
                <a:ea typeface="宋体" panose="02010600030101010101" pitchFamily="2" charset="-122"/>
              </a:rPr>
              <a:t>/</a:t>
            </a:r>
            <a:r>
              <a:rPr lang="zh-CN" altLang="en-US" sz="1600" kern="100" dirty="0">
                <a:latin typeface="宋体" panose="02010600030101010101" pitchFamily="2" charset="-122"/>
                <a:ea typeface="宋体" panose="02010600030101010101" pitchFamily="2" charset="-122"/>
              </a:rPr>
              <a:t>无向图的复杂度</a:t>
            </a:r>
            <a:endParaRPr lang="en-US" altLang="zh-CN" sz="1600" kern="100" dirty="0">
              <a:latin typeface="宋体" panose="02010600030101010101" pitchFamily="2" charset="-122"/>
              <a:ea typeface="宋体" panose="02010600030101010101" pitchFamily="2" charset="-122"/>
            </a:endParaRPr>
          </a:p>
          <a:p>
            <a:pPr marL="800100" lvl="1" indent="-342900" algn="just">
              <a:lnSpc>
                <a:spcPct val="150000"/>
              </a:lnSpc>
              <a:buFont typeface="Arial" panose="020B0604020202020204" pitchFamily="34" charset="0"/>
              <a:buChar char="•"/>
            </a:pPr>
            <a:r>
              <a:rPr lang="zh-CN" altLang="en-US" sz="1600" kern="100" dirty="0">
                <a:latin typeface="宋体" panose="02010600030101010101" pitchFamily="2" charset="-122"/>
                <a:ea typeface="宋体" panose="02010600030101010101" pitchFamily="2" charset="-122"/>
              </a:rPr>
              <a:t>求解图的连通性、拓扑排序、环存在性</a:t>
            </a:r>
            <a:endParaRPr lang="en-US" altLang="zh-CN" sz="2000" kern="100" dirty="0">
              <a:latin typeface="宋体" panose="02010600030101010101" pitchFamily="2" charset="-122"/>
              <a:ea typeface="宋体" panose="02010600030101010101" pitchFamily="2" charset="-122"/>
            </a:endParaRPr>
          </a:p>
          <a:p>
            <a:pPr marL="342900" indent="-342900" algn="just">
              <a:lnSpc>
                <a:spcPct val="150000"/>
              </a:lnSpc>
              <a:spcAft>
                <a:spcPts val="0"/>
              </a:spcAft>
              <a:buFont typeface="Arial" panose="020B0604020202020204" pitchFamily="34" charset="0"/>
              <a:buChar char="•"/>
            </a:pPr>
            <a:r>
              <a:rPr lang="zh-CN" altLang="en-US" sz="2000" kern="100" dirty="0">
                <a:latin typeface="宋体" panose="02010600030101010101" pitchFamily="2" charset="-122"/>
                <a:ea typeface="宋体" panose="02010600030101010101" pitchFamily="2" charset="-122"/>
              </a:rPr>
              <a:t>最短路径问题</a:t>
            </a:r>
            <a:endParaRPr lang="en-US" altLang="zh-CN" sz="2000" kern="100" dirty="0">
              <a:latin typeface="宋体" panose="02010600030101010101" pitchFamily="2" charset="-122"/>
              <a:ea typeface="宋体" panose="02010600030101010101" pitchFamily="2" charset="-122"/>
            </a:endParaRPr>
          </a:p>
          <a:p>
            <a:pPr marL="800100" lvl="1" indent="-342900" algn="just">
              <a:lnSpc>
                <a:spcPct val="150000"/>
              </a:lnSpc>
              <a:buFont typeface="Arial" panose="020B0604020202020204" pitchFamily="34" charset="0"/>
              <a:buChar char="•"/>
            </a:pPr>
            <a:r>
              <a:rPr lang="en-US" altLang="zh-CN" sz="1600" kern="100" dirty="0">
                <a:latin typeface="宋体" panose="02010600030101010101" pitchFamily="2" charset="-122"/>
                <a:ea typeface="宋体" panose="02010600030101010101" pitchFamily="2" charset="-122"/>
              </a:rPr>
              <a:t>Dijkstra</a:t>
            </a:r>
            <a:r>
              <a:rPr lang="zh-CN" altLang="en-US" sz="1600" kern="100" dirty="0">
                <a:latin typeface="宋体" panose="02010600030101010101" pitchFamily="2" charset="-122"/>
                <a:ea typeface="宋体" panose="02010600030101010101" pitchFamily="2" charset="-122"/>
              </a:rPr>
              <a:t>算法：单源最短路，无负权边</a:t>
            </a:r>
            <a:endParaRPr lang="en-US" altLang="zh-CN" sz="1600" kern="100" dirty="0">
              <a:latin typeface="宋体" panose="02010600030101010101" pitchFamily="2" charset="-122"/>
              <a:ea typeface="宋体" panose="02010600030101010101" pitchFamily="2" charset="-122"/>
            </a:endParaRPr>
          </a:p>
          <a:p>
            <a:pPr marL="800100" lvl="1" indent="-342900" algn="just">
              <a:lnSpc>
                <a:spcPct val="150000"/>
              </a:lnSpc>
              <a:buFont typeface="Arial" panose="020B0604020202020204" pitchFamily="34" charset="0"/>
              <a:buChar char="•"/>
            </a:pPr>
            <a:r>
              <a:rPr lang="en-US" altLang="zh-CN" sz="1600" kern="100" dirty="0">
                <a:latin typeface="宋体" panose="02010600030101010101" pitchFamily="2" charset="-122"/>
                <a:ea typeface="宋体" panose="02010600030101010101" pitchFamily="2" charset="-122"/>
              </a:rPr>
              <a:t>Floyd</a:t>
            </a:r>
            <a:r>
              <a:rPr lang="zh-CN" altLang="en-US" sz="1600" kern="100" dirty="0">
                <a:latin typeface="宋体" panose="02010600030101010101" pitchFamily="2" charset="-122"/>
                <a:ea typeface="宋体" panose="02010600030101010101" pitchFamily="2" charset="-122"/>
              </a:rPr>
              <a:t>算法：各顶点最短路，无负回路</a:t>
            </a:r>
          </a:p>
          <a:p>
            <a:pPr marL="342900" indent="-342900" algn="just">
              <a:lnSpc>
                <a:spcPct val="150000"/>
              </a:lnSpc>
              <a:spcAft>
                <a:spcPts val="0"/>
              </a:spcAft>
              <a:buFont typeface="Arial" panose="020B0604020202020204" pitchFamily="34" charset="0"/>
              <a:buChar char="•"/>
            </a:pPr>
            <a:r>
              <a:rPr lang="zh-CN" altLang="en-US" sz="2000" kern="100" dirty="0">
                <a:latin typeface="宋体" panose="02010600030101010101" pitchFamily="2" charset="-122"/>
                <a:ea typeface="宋体" panose="02010600030101010101" pitchFamily="2" charset="-122"/>
              </a:rPr>
              <a:t>最小支撑树</a:t>
            </a:r>
            <a:endParaRPr lang="en-US" altLang="zh-CN" sz="2000" kern="100" dirty="0">
              <a:latin typeface="宋体" panose="02010600030101010101" pitchFamily="2" charset="-122"/>
              <a:ea typeface="宋体" panose="02010600030101010101" pitchFamily="2" charset="-122"/>
            </a:endParaRPr>
          </a:p>
          <a:p>
            <a:pPr marL="800100" lvl="1" indent="-342900" algn="just">
              <a:lnSpc>
                <a:spcPct val="150000"/>
              </a:lnSpc>
              <a:buFont typeface="Arial" panose="020B0604020202020204" pitchFamily="34" charset="0"/>
              <a:buChar char="•"/>
            </a:pPr>
            <a:r>
              <a:rPr lang="en-US" altLang="zh-CN" sz="1600" kern="100" dirty="0">
                <a:latin typeface="宋体" panose="02010600030101010101" pitchFamily="2" charset="-122"/>
                <a:ea typeface="宋体" panose="02010600030101010101" pitchFamily="2" charset="-122"/>
              </a:rPr>
              <a:t>Prim</a:t>
            </a:r>
            <a:r>
              <a:rPr lang="zh-CN" altLang="en-US" sz="1600" kern="100" dirty="0">
                <a:latin typeface="宋体" panose="02010600030101010101" pitchFamily="2" charset="-122"/>
                <a:ea typeface="宋体" panose="02010600030101010101" pitchFamily="2" charset="-122"/>
              </a:rPr>
              <a:t>算法、</a:t>
            </a:r>
            <a:r>
              <a:rPr lang="en-US" altLang="zh-CN" sz="1600" kern="100" dirty="0">
                <a:latin typeface="宋体" panose="02010600030101010101" pitchFamily="2" charset="-122"/>
                <a:ea typeface="宋体" panose="02010600030101010101" pitchFamily="2" charset="-122"/>
              </a:rPr>
              <a:t>Kruskal</a:t>
            </a:r>
            <a:r>
              <a:rPr lang="zh-CN" altLang="en-US" sz="1600" kern="100" dirty="0">
                <a:latin typeface="宋体" panose="02010600030101010101" pitchFamily="2" charset="-122"/>
                <a:ea typeface="宋体" panose="02010600030101010101" pitchFamily="2" charset="-122"/>
              </a:rPr>
              <a:t>算法</a:t>
            </a:r>
          </a:p>
        </p:txBody>
      </p:sp>
    </p:spTree>
    <p:extLst>
      <p:ext uri="{BB962C8B-B14F-4D97-AF65-F5344CB8AC3E}">
        <p14:creationId xmlns:p14="http://schemas.microsoft.com/office/powerpoint/2010/main" val="4109697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3</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第七章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1</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1" y="6409550"/>
            <a:ext cx="132921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dirty="0">
                <a:latin typeface="Arial" panose="020B0604020202020204" pitchFamily="34" charset="0"/>
                <a:ea typeface="微软雅黑" panose="020B0503020204020204" pitchFamily="34" charset="-122"/>
                <a:cs typeface="+mn-ea"/>
                <a:sym typeface="Arial" panose="020B0604020202020204" pitchFamily="34" charset="0"/>
              </a:rPr>
              <a:t>7-9</a:t>
            </a: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章习题课</a:t>
            </a:r>
          </a:p>
        </p:txBody>
      </p:sp>
      <p:pic>
        <p:nvPicPr>
          <p:cNvPr id="8" name="图片 7">
            <a:extLst>
              <a:ext uri="{FF2B5EF4-FFF2-40B4-BE49-F238E27FC236}">
                <a16:creationId xmlns:a16="http://schemas.microsoft.com/office/drawing/2014/main" id="{C000A780-094F-4C29-905A-82157AD94893}"/>
              </a:ext>
            </a:extLst>
          </p:cNvPr>
          <p:cNvPicPr>
            <a:picLocks noChangeAspect="1"/>
          </p:cNvPicPr>
          <p:nvPr/>
        </p:nvPicPr>
        <p:blipFill>
          <a:blip r:embed="rId3"/>
          <a:stretch>
            <a:fillRect/>
          </a:stretch>
        </p:blipFill>
        <p:spPr>
          <a:xfrm>
            <a:off x="794163" y="990941"/>
            <a:ext cx="8072747" cy="1019944"/>
          </a:xfrm>
          <a:prstGeom prst="rect">
            <a:avLst/>
          </a:prstGeom>
        </p:spPr>
      </p:pic>
      <p:pic>
        <p:nvPicPr>
          <p:cNvPr id="9" name="图片 8">
            <a:extLst>
              <a:ext uri="{FF2B5EF4-FFF2-40B4-BE49-F238E27FC236}">
                <a16:creationId xmlns:a16="http://schemas.microsoft.com/office/drawing/2014/main" id="{12915BB0-FB2B-4E2F-9190-B679960AD052}"/>
              </a:ext>
            </a:extLst>
          </p:cNvPr>
          <p:cNvPicPr>
            <a:picLocks noChangeAspect="1"/>
          </p:cNvPicPr>
          <p:nvPr/>
        </p:nvPicPr>
        <p:blipFill>
          <a:blip r:embed="rId4"/>
          <a:stretch>
            <a:fillRect/>
          </a:stretch>
        </p:blipFill>
        <p:spPr>
          <a:xfrm>
            <a:off x="1115291" y="2272146"/>
            <a:ext cx="8048331" cy="3483968"/>
          </a:xfrm>
          <a:prstGeom prst="rect">
            <a:avLst/>
          </a:prstGeom>
        </p:spPr>
      </p:pic>
    </p:spTree>
    <p:extLst>
      <p:ext uri="{BB962C8B-B14F-4D97-AF65-F5344CB8AC3E}">
        <p14:creationId xmlns:p14="http://schemas.microsoft.com/office/powerpoint/2010/main" val="3020375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4</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第七章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2</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1" y="6409550"/>
            <a:ext cx="132921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dirty="0">
                <a:latin typeface="Arial" panose="020B0604020202020204" pitchFamily="34" charset="0"/>
                <a:ea typeface="微软雅黑" panose="020B0503020204020204" pitchFamily="34" charset="-122"/>
                <a:cs typeface="+mn-ea"/>
                <a:sym typeface="Arial" panose="020B0604020202020204" pitchFamily="34" charset="0"/>
              </a:rPr>
              <a:t>7-9</a:t>
            </a: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章习题课</a:t>
            </a:r>
          </a:p>
        </p:txBody>
      </p:sp>
      <p:pic>
        <p:nvPicPr>
          <p:cNvPr id="5" name="图片 4">
            <a:extLst>
              <a:ext uri="{FF2B5EF4-FFF2-40B4-BE49-F238E27FC236}">
                <a16:creationId xmlns:a16="http://schemas.microsoft.com/office/drawing/2014/main" id="{6746B38E-F895-40BA-8313-67B8B49B883C}"/>
              </a:ext>
            </a:extLst>
          </p:cNvPr>
          <p:cNvPicPr>
            <a:picLocks noChangeAspect="1"/>
          </p:cNvPicPr>
          <p:nvPr/>
        </p:nvPicPr>
        <p:blipFill>
          <a:blip r:embed="rId3"/>
          <a:stretch>
            <a:fillRect/>
          </a:stretch>
        </p:blipFill>
        <p:spPr>
          <a:xfrm>
            <a:off x="798501" y="1061253"/>
            <a:ext cx="7909081" cy="1744017"/>
          </a:xfrm>
          <a:prstGeom prst="rect">
            <a:avLst/>
          </a:prstGeom>
        </p:spPr>
      </p:pic>
      <p:pic>
        <p:nvPicPr>
          <p:cNvPr id="6" name="图片 5">
            <a:extLst>
              <a:ext uri="{FF2B5EF4-FFF2-40B4-BE49-F238E27FC236}">
                <a16:creationId xmlns:a16="http://schemas.microsoft.com/office/drawing/2014/main" id="{3215424E-AF23-4AAE-9F33-2C2200D3E7FE}"/>
              </a:ext>
            </a:extLst>
          </p:cNvPr>
          <p:cNvPicPr>
            <a:picLocks noChangeAspect="1"/>
          </p:cNvPicPr>
          <p:nvPr/>
        </p:nvPicPr>
        <p:blipFill>
          <a:blip r:embed="rId4"/>
          <a:stretch>
            <a:fillRect/>
          </a:stretch>
        </p:blipFill>
        <p:spPr>
          <a:xfrm>
            <a:off x="9087517" y="3352801"/>
            <a:ext cx="1857634" cy="1667108"/>
          </a:xfrm>
          <a:prstGeom prst="rect">
            <a:avLst/>
          </a:prstGeom>
        </p:spPr>
      </p:pic>
      <p:pic>
        <p:nvPicPr>
          <p:cNvPr id="7" name="图片 6">
            <a:extLst>
              <a:ext uri="{FF2B5EF4-FFF2-40B4-BE49-F238E27FC236}">
                <a16:creationId xmlns:a16="http://schemas.microsoft.com/office/drawing/2014/main" id="{115A8ECE-5681-4E63-8AA7-8BA348DC0EF0}"/>
              </a:ext>
            </a:extLst>
          </p:cNvPr>
          <p:cNvPicPr>
            <a:picLocks noChangeAspect="1"/>
          </p:cNvPicPr>
          <p:nvPr/>
        </p:nvPicPr>
        <p:blipFill>
          <a:blip r:embed="rId5"/>
          <a:stretch>
            <a:fillRect/>
          </a:stretch>
        </p:blipFill>
        <p:spPr>
          <a:xfrm>
            <a:off x="1136013" y="3312229"/>
            <a:ext cx="4069535" cy="630981"/>
          </a:xfrm>
          <a:prstGeom prst="rect">
            <a:avLst/>
          </a:prstGeom>
        </p:spPr>
      </p:pic>
      <p:sp>
        <p:nvSpPr>
          <p:cNvPr id="8" name="矩形 7">
            <a:extLst>
              <a:ext uri="{FF2B5EF4-FFF2-40B4-BE49-F238E27FC236}">
                <a16:creationId xmlns:a16="http://schemas.microsoft.com/office/drawing/2014/main" id="{A9C47FF8-CFEB-464D-8FFE-B8CA4CBB25C7}"/>
              </a:ext>
            </a:extLst>
          </p:cNvPr>
          <p:cNvSpPr/>
          <p:nvPr/>
        </p:nvSpPr>
        <p:spPr>
          <a:xfrm>
            <a:off x="1186206" y="4161532"/>
            <a:ext cx="6868469" cy="858377"/>
          </a:xfrm>
          <a:prstGeom prst="rect">
            <a:avLst/>
          </a:prstGeom>
        </p:spPr>
        <p:txBody>
          <a:bodyPr wrap="square">
            <a:spAutoFit/>
          </a:bodyPr>
          <a:lstStyle/>
          <a:p>
            <a:pPr algn="just">
              <a:lnSpc>
                <a:spcPct val="150000"/>
              </a:lnSpc>
              <a:spcAft>
                <a:spcPts val="0"/>
              </a:spcAft>
            </a:pPr>
            <a:r>
              <a:rPr lang="zh-CN" altLang="en-US" kern="100" dirty="0">
                <a:latin typeface="宋体" panose="02010600030101010101" pitchFamily="2" charset="-122"/>
                <a:ea typeface="宋体" panose="02010600030101010101" pitchFamily="2" charset="-122"/>
              </a:rPr>
              <a:t>关键问题在于带边权最短路径的长度不一定是最少的</a:t>
            </a:r>
            <a:endParaRPr lang="en-US" altLang="zh-CN" kern="100" dirty="0">
              <a:latin typeface="宋体" panose="02010600030101010101" pitchFamily="2" charset="-122"/>
              <a:ea typeface="宋体" panose="02010600030101010101" pitchFamily="2" charset="-122"/>
            </a:endParaRPr>
          </a:p>
          <a:p>
            <a:pPr algn="just">
              <a:lnSpc>
                <a:spcPct val="150000"/>
              </a:lnSpc>
              <a:spcAft>
                <a:spcPts val="0"/>
              </a:spcAft>
            </a:pPr>
            <a:r>
              <a:rPr lang="zh-CN" altLang="en-US" kern="100" dirty="0">
                <a:latin typeface="宋体" panose="02010600030101010101" pitchFamily="2" charset="-122"/>
                <a:ea typeface="宋体" panose="02010600030101010101" pitchFamily="2" charset="-122"/>
              </a:rPr>
              <a:t>该想法类似于加入了路径长度的正则项，会影响正确性。</a:t>
            </a:r>
            <a:endParaRPr lang="zh-CN" altLang="en-US" sz="1400" kern="1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82578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5</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第七章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2</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1" y="6409550"/>
            <a:ext cx="132921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dirty="0">
                <a:latin typeface="Arial" panose="020B0604020202020204" pitchFamily="34" charset="0"/>
                <a:ea typeface="微软雅黑" panose="020B0503020204020204" pitchFamily="34" charset="-122"/>
                <a:cs typeface="+mn-ea"/>
                <a:sym typeface="Arial" panose="020B0604020202020204" pitchFamily="34" charset="0"/>
              </a:rPr>
              <a:t>7-9</a:t>
            </a: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章习题课</a:t>
            </a:r>
          </a:p>
        </p:txBody>
      </p:sp>
      <p:pic>
        <p:nvPicPr>
          <p:cNvPr id="5" name="图片 4">
            <a:extLst>
              <a:ext uri="{FF2B5EF4-FFF2-40B4-BE49-F238E27FC236}">
                <a16:creationId xmlns:a16="http://schemas.microsoft.com/office/drawing/2014/main" id="{6746B38E-F895-40BA-8313-67B8B49B883C}"/>
              </a:ext>
            </a:extLst>
          </p:cNvPr>
          <p:cNvPicPr>
            <a:picLocks noChangeAspect="1"/>
          </p:cNvPicPr>
          <p:nvPr/>
        </p:nvPicPr>
        <p:blipFill>
          <a:blip r:embed="rId3"/>
          <a:stretch>
            <a:fillRect/>
          </a:stretch>
        </p:blipFill>
        <p:spPr>
          <a:xfrm>
            <a:off x="798501" y="1061253"/>
            <a:ext cx="7909081" cy="1744017"/>
          </a:xfrm>
          <a:prstGeom prst="rect">
            <a:avLst/>
          </a:prstGeom>
        </p:spPr>
      </p:pic>
      <p:pic>
        <p:nvPicPr>
          <p:cNvPr id="8" name="图片 7">
            <a:extLst>
              <a:ext uri="{FF2B5EF4-FFF2-40B4-BE49-F238E27FC236}">
                <a16:creationId xmlns:a16="http://schemas.microsoft.com/office/drawing/2014/main" id="{62F733E4-A111-4DA8-A10D-6737D79B0C7E}"/>
              </a:ext>
            </a:extLst>
          </p:cNvPr>
          <p:cNvPicPr>
            <a:picLocks noChangeAspect="1"/>
          </p:cNvPicPr>
          <p:nvPr/>
        </p:nvPicPr>
        <p:blipFill>
          <a:blip r:embed="rId4"/>
          <a:stretch>
            <a:fillRect/>
          </a:stretch>
        </p:blipFill>
        <p:spPr>
          <a:xfrm>
            <a:off x="1086010" y="1933261"/>
            <a:ext cx="7556152" cy="1152633"/>
          </a:xfrm>
          <a:prstGeom prst="rect">
            <a:avLst/>
          </a:prstGeom>
        </p:spPr>
      </p:pic>
      <p:sp>
        <p:nvSpPr>
          <p:cNvPr id="6" name="矩形 5">
            <a:extLst>
              <a:ext uri="{FF2B5EF4-FFF2-40B4-BE49-F238E27FC236}">
                <a16:creationId xmlns:a16="http://schemas.microsoft.com/office/drawing/2014/main" id="{51A1490F-8FD0-494C-96D9-3A4E1566E4BE}"/>
              </a:ext>
            </a:extLst>
          </p:cNvPr>
          <p:cNvSpPr/>
          <p:nvPr/>
        </p:nvSpPr>
        <p:spPr>
          <a:xfrm>
            <a:off x="1031779" y="3265986"/>
            <a:ext cx="10502130" cy="2677656"/>
          </a:xfrm>
          <a:prstGeom prst="rect">
            <a:avLst/>
          </a:prstGeom>
        </p:spPr>
        <p:txBody>
          <a:bodyPr wrap="square">
            <a:spAutoFit/>
          </a:bodyPr>
          <a:lstStyle/>
          <a:p>
            <a:r>
              <a:rPr lang="en-US" altLang="zh-CN" dirty="0"/>
              <a:t>1</a:t>
            </a:r>
            <a:r>
              <a:rPr lang="zh-CN" altLang="en-US" dirty="0"/>
              <a:t>、无向图</a:t>
            </a:r>
            <a:endParaRPr lang="en-US" altLang="zh-CN" dirty="0"/>
          </a:p>
          <a:p>
            <a:endParaRPr lang="en-US" altLang="zh-CN" dirty="0"/>
          </a:p>
          <a:p>
            <a:endParaRPr lang="en-US" altLang="zh-CN" dirty="0"/>
          </a:p>
          <a:p>
            <a:pPr>
              <a:lnSpc>
                <a:spcPct val="150000"/>
              </a:lnSpc>
            </a:pPr>
            <a:r>
              <a:rPr lang="zh-CN" altLang="zh-CN" sz="1600" dirty="0"/>
              <a:t>没有负权回路说明图中没有负权边，则算法可行。</a:t>
            </a:r>
            <a:endParaRPr lang="en-US" altLang="zh-CN" sz="1600" dirty="0"/>
          </a:p>
          <a:p>
            <a:pPr>
              <a:lnSpc>
                <a:spcPct val="150000"/>
              </a:lnSpc>
            </a:pPr>
            <a:r>
              <a:rPr lang="zh-CN" altLang="zh-CN" sz="1600" dirty="0"/>
              <a:t>如果条件变为“不存在负权</a:t>
            </a:r>
            <a:r>
              <a:rPr lang="zh-CN" altLang="en-US" sz="1600" b="1" dirty="0"/>
              <a:t>不包含重复边的</a:t>
            </a:r>
            <a:r>
              <a:rPr lang="zh-CN" altLang="zh-CN" sz="1600" dirty="0"/>
              <a:t>回路”，</a:t>
            </a:r>
            <a:r>
              <a:rPr lang="zh-CN" altLang="en-US" sz="1600" dirty="0"/>
              <a:t>则</a:t>
            </a:r>
            <a:r>
              <a:rPr lang="zh-CN" altLang="zh-CN" sz="1600" dirty="0"/>
              <a:t>允许有负权边存在，此时算法仅求解了最短路径的长度，但并未保存路径经过了哪些点和哪些边。因此，遇到负权边时，会采取反复沿同一路径折返的策略</a:t>
            </a:r>
            <a:r>
              <a:rPr lang="en-US" altLang="zh-CN" sz="1600" dirty="0"/>
              <a:t>(</a:t>
            </a:r>
            <a:r>
              <a:rPr lang="zh-CN" altLang="zh-CN" sz="1600" dirty="0"/>
              <a:t>如</a:t>
            </a:r>
            <a:r>
              <a:rPr lang="en-US" altLang="zh-CN" sz="1600" dirty="0"/>
              <a:t> a-b-a-b-a)</a:t>
            </a:r>
            <a:r>
              <a:rPr lang="zh-CN" altLang="zh-CN" sz="1600" dirty="0"/>
              <a:t>，不断更新该边的两个端点的</a:t>
            </a:r>
            <a:r>
              <a:rPr lang="en-US" altLang="zh-CN" sz="1600" dirty="0"/>
              <a:t> </a:t>
            </a:r>
            <a:r>
              <a:rPr lang="en-US" altLang="zh-CN" sz="1600" dirty="0" err="1"/>
              <a:t>dist</a:t>
            </a:r>
            <a:r>
              <a:rPr lang="zh-CN" altLang="zh-CN" sz="1600" dirty="0"/>
              <a:t>，算法无法终止。</a:t>
            </a:r>
          </a:p>
          <a:p>
            <a:endParaRPr lang="zh-CN" altLang="en-US" dirty="0"/>
          </a:p>
        </p:txBody>
      </p:sp>
      <p:pic>
        <p:nvPicPr>
          <p:cNvPr id="7" name="图片 6">
            <a:extLst>
              <a:ext uri="{FF2B5EF4-FFF2-40B4-BE49-F238E27FC236}">
                <a16:creationId xmlns:a16="http://schemas.microsoft.com/office/drawing/2014/main" id="{E1108EE8-4F7C-4777-A088-01E482255B92}"/>
              </a:ext>
            </a:extLst>
          </p:cNvPr>
          <p:cNvPicPr>
            <a:picLocks noChangeAspect="1"/>
          </p:cNvPicPr>
          <p:nvPr/>
        </p:nvPicPr>
        <p:blipFill>
          <a:blip r:embed="rId5"/>
          <a:stretch>
            <a:fillRect/>
          </a:stretch>
        </p:blipFill>
        <p:spPr>
          <a:xfrm>
            <a:off x="2904055" y="3320496"/>
            <a:ext cx="4577402" cy="614448"/>
          </a:xfrm>
          <a:prstGeom prst="rect">
            <a:avLst/>
          </a:prstGeom>
        </p:spPr>
      </p:pic>
    </p:spTree>
    <p:extLst>
      <p:ext uri="{BB962C8B-B14F-4D97-AF65-F5344CB8AC3E}">
        <p14:creationId xmlns:p14="http://schemas.microsoft.com/office/powerpoint/2010/main" val="306054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6</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第七章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2</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1" y="6409550"/>
            <a:ext cx="132921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dirty="0">
                <a:latin typeface="Arial" panose="020B0604020202020204" pitchFamily="34" charset="0"/>
                <a:ea typeface="微软雅黑" panose="020B0503020204020204" pitchFamily="34" charset="-122"/>
                <a:cs typeface="+mn-ea"/>
                <a:sym typeface="Arial" panose="020B0604020202020204" pitchFamily="34" charset="0"/>
              </a:rPr>
              <a:t>7-9</a:t>
            </a: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章习题课</a:t>
            </a:r>
          </a:p>
        </p:txBody>
      </p:sp>
      <p:pic>
        <p:nvPicPr>
          <p:cNvPr id="5" name="图片 4">
            <a:extLst>
              <a:ext uri="{FF2B5EF4-FFF2-40B4-BE49-F238E27FC236}">
                <a16:creationId xmlns:a16="http://schemas.microsoft.com/office/drawing/2014/main" id="{6746B38E-F895-40BA-8313-67B8B49B883C}"/>
              </a:ext>
            </a:extLst>
          </p:cNvPr>
          <p:cNvPicPr>
            <a:picLocks noChangeAspect="1"/>
          </p:cNvPicPr>
          <p:nvPr/>
        </p:nvPicPr>
        <p:blipFill>
          <a:blip r:embed="rId3"/>
          <a:stretch>
            <a:fillRect/>
          </a:stretch>
        </p:blipFill>
        <p:spPr>
          <a:xfrm>
            <a:off x="798501" y="1061253"/>
            <a:ext cx="7909081" cy="1744017"/>
          </a:xfrm>
          <a:prstGeom prst="rect">
            <a:avLst/>
          </a:prstGeom>
        </p:spPr>
      </p:pic>
      <p:pic>
        <p:nvPicPr>
          <p:cNvPr id="8" name="图片 7">
            <a:extLst>
              <a:ext uri="{FF2B5EF4-FFF2-40B4-BE49-F238E27FC236}">
                <a16:creationId xmlns:a16="http://schemas.microsoft.com/office/drawing/2014/main" id="{62F733E4-A111-4DA8-A10D-6737D79B0C7E}"/>
              </a:ext>
            </a:extLst>
          </p:cNvPr>
          <p:cNvPicPr>
            <a:picLocks noChangeAspect="1"/>
          </p:cNvPicPr>
          <p:nvPr/>
        </p:nvPicPr>
        <p:blipFill>
          <a:blip r:embed="rId4"/>
          <a:stretch>
            <a:fillRect/>
          </a:stretch>
        </p:blipFill>
        <p:spPr>
          <a:xfrm>
            <a:off x="1086010" y="1933261"/>
            <a:ext cx="7556152" cy="1152633"/>
          </a:xfrm>
          <a:prstGeom prst="rect">
            <a:avLst/>
          </a:prstGeom>
        </p:spPr>
      </p:pic>
      <p:sp>
        <p:nvSpPr>
          <p:cNvPr id="6" name="矩形 5">
            <a:extLst>
              <a:ext uri="{FF2B5EF4-FFF2-40B4-BE49-F238E27FC236}">
                <a16:creationId xmlns:a16="http://schemas.microsoft.com/office/drawing/2014/main" id="{51A1490F-8FD0-494C-96D9-3A4E1566E4BE}"/>
              </a:ext>
            </a:extLst>
          </p:cNvPr>
          <p:cNvSpPr/>
          <p:nvPr/>
        </p:nvSpPr>
        <p:spPr>
          <a:xfrm>
            <a:off x="1031778" y="3265986"/>
            <a:ext cx="1236236" cy="369332"/>
          </a:xfrm>
          <a:prstGeom prst="rect">
            <a:avLst/>
          </a:prstGeom>
        </p:spPr>
        <p:txBody>
          <a:bodyPr wrap="none">
            <a:spAutoFit/>
          </a:bodyPr>
          <a:lstStyle/>
          <a:p>
            <a:r>
              <a:rPr lang="en-US" altLang="zh-CN" dirty="0"/>
              <a:t>2</a:t>
            </a:r>
            <a:r>
              <a:rPr lang="zh-CN" altLang="en-US" dirty="0"/>
              <a:t>、有向图</a:t>
            </a:r>
          </a:p>
        </p:txBody>
      </p:sp>
      <p:pic>
        <p:nvPicPr>
          <p:cNvPr id="7" name="图片 6">
            <a:extLst>
              <a:ext uri="{FF2B5EF4-FFF2-40B4-BE49-F238E27FC236}">
                <a16:creationId xmlns:a16="http://schemas.microsoft.com/office/drawing/2014/main" id="{79077032-7FE6-47EB-A998-215C5E93A3DA}"/>
              </a:ext>
            </a:extLst>
          </p:cNvPr>
          <p:cNvPicPr>
            <a:picLocks noChangeAspect="1"/>
          </p:cNvPicPr>
          <p:nvPr/>
        </p:nvPicPr>
        <p:blipFill>
          <a:blip r:embed="rId5"/>
          <a:stretch>
            <a:fillRect/>
          </a:stretch>
        </p:blipFill>
        <p:spPr>
          <a:xfrm>
            <a:off x="1186206" y="3960318"/>
            <a:ext cx="9499764" cy="1382170"/>
          </a:xfrm>
          <a:prstGeom prst="rect">
            <a:avLst/>
          </a:prstGeom>
        </p:spPr>
      </p:pic>
    </p:spTree>
    <p:extLst>
      <p:ext uri="{BB962C8B-B14F-4D97-AF65-F5344CB8AC3E}">
        <p14:creationId xmlns:p14="http://schemas.microsoft.com/office/powerpoint/2010/main" val="3996782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7</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第七章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2</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1" y="6409550"/>
            <a:ext cx="132921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dirty="0">
                <a:latin typeface="Arial" panose="020B0604020202020204" pitchFamily="34" charset="0"/>
                <a:ea typeface="微软雅黑" panose="020B0503020204020204" pitchFamily="34" charset="-122"/>
                <a:cs typeface="+mn-ea"/>
                <a:sym typeface="Arial" panose="020B0604020202020204" pitchFamily="34" charset="0"/>
              </a:rPr>
              <a:t>7-9</a:t>
            </a: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章习题课</a:t>
            </a:r>
          </a:p>
        </p:txBody>
      </p:sp>
      <p:pic>
        <p:nvPicPr>
          <p:cNvPr id="5" name="图片 4">
            <a:extLst>
              <a:ext uri="{FF2B5EF4-FFF2-40B4-BE49-F238E27FC236}">
                <a16:creationId xmlns:a16="http://schemas.microsoft.com/office/drawing/2014/main" id="{6746B38E-F895-40BA-8313-67B8B49B883C}"/>
              </a:ext>
            </a:extLst>
          </p:cNvPr>
          <p:cNvPicPr>
            <a:picLocks noChangeAspect="1"/>
          </p:cNvPicPr>
          <p:nvPr/>
        </p:nvPicPr>
        <p:blipFill>
          <a:blip r:embed="rId3"/>
          <a:stretch>
            <a:fillRect/>
          </a:stretch>
        </p:blipFill>
        <p:spPr>
          <a:xfrm>
            <a:off x="798501" y="1061253"/>
            <a:ext cx="7909081" cy="1744017"/>
          </a:xfrm>
          <a:prstGeom prst="rect">
            <a:avLst/>
          </a:prstGeom>
        </p:spPr>
      </p:pic>
      <p:pic>
        <p:nvPicPr>
          <p:cNvPr id="8" name="图片 7">
            <a:extLst>
              <a:ext uri="{FF2B5EF4-FFF2-40B4-BE49-F238E27FC236}">
                <a16:creationId xmlns:a16="http://schemas.microsoft.com/office/drawing/2014/main" id="{62F733E4-A111-4DA8-A10D-6737D79B0C7E}"/>
              </a:ext>
            </a:extLst>
          </p:cNvPr>
          <p:cNvPicPr>
            <a:picLocks noChangeAspect="1"/>
          </p:cNvPicPr>
          <p:nvPr/>
        </p:nvPicPr>
        <p:blipFill>
          <a:blip r:embed="rId4"/>
          <a:stretch>
            <a:fillRect/>
          </a:stretch>
        </p:blipFill>
        <p:spPr>
          <a:xfrm>
            <a:off x="1086010" y="1933261"/>
            <a:ext cx="7556152" cy="1152633"/>
          </a:xfrm>
          <a:prstGeom prst="rect">
            <a:avLst/>
          </a:prstGeom>
        </p:spPr>
      </p:pic>
      <p:sp>
        <p:nvSpPr>
          <p:cNvPr id="6" name="矩形 5">
            <a:extLst>
              <a:ext uri="{FF2B5EF4-FFF2-40B4-BE49-F238E27FC236}">
                <a16:creationId xmlns:a16="http://schemas.microsoft.com/office/drawing/2014/main" id="{51A1490F-8FD0-494C-96D9-3A4E1566E4BE}"/>
              </a:ext>
            </a:extLst>
          </p:cNvPr>
          <p:cNvSpPr/>
          <p:nvPr/>
        </p:nvSpPr>
        <p:spPr>
          <a:xfrm>
            <a:off x="1031778" y="3265986"/>
            <a:ext cx="1236236" cy="369332"/>
          </a:xfrm>
          <a:prstGeom prst="rect">
            <a:avLst/>
          </a:prstGeom>
        </p:spPr>
        <p:txBody>
          <a:bodyPr wrap="none">
            <a:spAutoFit/>
          </a:bodyPr>
          <a:lstStyle/>
          <a:p>
            <a:r>
              <a:rPr lang="en-US" altLang="zh-CN" dirty="0"/>
              <a:t>2</a:t>
            </a:r>
            <a:r>
              <a:rPr lang="zh-CN" altLang="en-US" dirty="0"/>
              <a:t>、有向图</a:t>
            </a:r>
          </a:p>
        </p:txBody>
      </p:sp>
      <p:pic>
        <p:nvPicPr>
          <p:cNvPr id="9" name="图片 8">
            <a:extLst>
              <a:ext uri="{FF2B5EF4-FFF2-40B4-BE49-F238E27FC236}">
                <a16:creationId xmlns:a16="http://schemas.microsoft.com/office/drawing/2014/main" id="{F6181F5B-324F-4FAF-9B36-5297A5ED4DDF}"/>
              </a:ext>
            </a:extLst>
          </p:cNvPr>
          <p:cNvPicPr/>
          <p:nvPr/>
        </p:nvPicPr>
        <p:blipFill>
          <a:blip r:embed="rId5"/>
          <a:stretch>
            <a:fillRect/>
          </a:stretch>
        </p:blipFill>
        <p:spPr>
          <a:xfrm>
            <a:off x="1561110" y="4052731"/>
            <a:ext cx="7444681" cy="1414896"/>
          </a:xfrm>
          <a:prstGeom prst="rect">
            <a:avLst/>
          </a:prstGeom>
        </p:spPr>
      </p:pic>
    </p:spTree>
    <p:extLst>
      <p:ext uri="{BB962C8B-B14F-4D97-AF65-F5344CB8AC3E}">
        <p14:creationId xmlns:p14="http://schemas.microsoft.com/office/powerpoint/2010/main" val="4206880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8</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第七章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2</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1" y="6409550"/>
            <a:ext cx="132921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dirty="0">
                <a:latin typeface="Arial" panose="020B0604020202020204" pitchFamily="34" charset="0"/>
                <a:ea typeface="微软雅黑" panose="020B0503020204020204" pitchFamily="34" charset="-122"/>
                <a:cs typeface="+mn-ea"/>
                <a:sym typeface="Arial" panose="020B0604020202020204" pitchFamily="34" charset="0"/>
              </a:rPr>
              <a:t>7-9</a:t>
            </a: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章习题课</a:t>
            </a:r>
          </a:p>
        </p:txBody>
      </p:sp>
      <p:pic>
        <p:nvPicPr>
          <p:cNvPr id="5" name="图片 4">
            <a:extLst>
              <a:ext uri="{FF2B5EF4-FFF2-40B4-BE49-F238E27FC236}">
                <a16:creationId xmlns:a16="http://schemas.microsoft.com/office/drawing/2014/main" id="{6746B38E-F895-40BA-8313-67B8B49B883C}"/>
              </a:ext>
            </a:extLst>
          </p:cNvPr>
          <p:cNvPicPr>
            <a:picLocks noChangeAspect="1"/>
          </p:cNvPicPr>
          <p:nvPr/>
        </p:nvPicPr>
        <p:blipFill>
          <a:blip r:embed="rId3"/>
          <a:stretch>
            <a:fillRect/>
          </a:stretch>
        </p:blipFill>
        <p:spPr>
          <a:xfrm>
            <a:off x="798501" y="1061253"/>
            <a:ext cx="7909081" cy="1744017"/>
          </a:xfrm>
          <a:prstGeom prst="rect">
            <a:avLst/>
          </a:prstGeom>
        </p:spPr>
      </p:pic>
      <p:pic>
        <p:nvPicPr>
          <p:cNvPr id="6" name="图片 5">
            <a:extLst>
              <a:ext uri="{FF2B5EF4-FFF2-40B4-BE49-F238E27FC236}">
                <a16:creationId xmlns:a16="http://schemas.microsoft.com/office/drawing/2014/main" id="{901BBD14-B9F9-400B-8472-00AD8F082060}"/>
              </a:ext>
            </a:extLst>
          </p:cNvPr>
          <p:cNvPicPr>
            <a:picLocks noChangeAspect="1"/>
          </p:cNvPicPr>
          <p:nvPr/>
        </p:nvPicPr>
        <p:blipFill>
          <a:blip r:embed="rId4"/>
          <a:stretch>
            <a:fillRect/>
          </a:stretch>
        </p:blipFill>
        <p:spPr>
          <a:xfrm>
            <a:off x="1186206" y="1992214"/>
            <a:ext cx="7452103" cy="817740"/>
          </a:xfrm>
          <a:prstGeom prst="rect">
            <a:avLst/>
          </a:prstGeom>
        </p:spPr>
      </p:pic>
      <p:sp>
        <p:nvSpPr>
          <p:cNvPr id="7" name="矩形 6">
            <a:extLst>
              <a:ext uri="{FF2B5EF4-FFF2-40B4-BE49-F238E27FC236}">
                <a16:creationId xmlns:a16="http://schemas.microsoft.com/office/drawing/2014/main" id="{05D6D1FA-0EEB-4922-B838-A78D6A8BD3DB}"/>
              </a:ext>
            </a:extLst>
          </p:cNvPr>
          <p:cNvSpPr/>
          <p:nvPr/>
        </p:nvSpPr>
        <p:spPr>
          <a:xfrm>
            <a:off x="1186206" y="2973662"/>
            <a:ext cx="6781800" cy="1200329"/>
          </a:xfrm>
          <a:prstGeom prst="rect">
            <a:avLst/>
          </a:prstGeom>
        </p:spPr>
        <p:txBody>
          <a:bodyPr wrap="square">
            <a:spAutoFit/>
          </a:bodyPr>
          <a:lstStyle/>
          <a:p>
            <a:r>
              <a:rPr lang="zh-CN" altLang="en-US" dirty="0"/>
              <a:t>可行。</a:t>
            </a:r>
            <a:endParaRPr lang="en-US" altLang="zh-CN" dirty="0"/>
          </a:p>
          <a:p>
            <a:r>
              <a:rPr lang="en-US" altLang="zh-CN" dirty="0"/>
              <a:t>N</a:t>
            </a:r>
            <a:r>
              <a:rPr lang="zh-CN" altLang="en-US" dirty="0"/>
              <a:t>个点的图的生成树有</a:t>
            </a:r>
            <a:r>
              <a:rPr lang="en-US" altLang="zh-CN" dirty="0"/>
              <a:t>N-1</a:t>
            </a:r>
            <a:r>
              <a:rPr lang="zh-CN" altLang="en-US" dirty="0"/>
              <a:t>条边。</a:t>
            </a:r>
            <a:endParaRPr lang="en-US" altLang="zh-CN" dirty="0"/>
          </a:p>
          <a:p>
            <a:r>
              <a:rPr lang="en-US" altLang="zh-CN" dirty="0"/>
              <a:t>Prim </a:t>
            </a:r>
            <a:r>
              <a:rPr lang="zh-CN" altLang="en-US" dirty="0"/>
              <a:t>算法在每一步选取两部分间权值最小的边。</a:t>
            </a:r>
            <a:endParaRPr lang="en-US" altLang="zh-CN" dirty="0"/>
          </a:p>
          <a:p>
            <a:endParaRPr lang="en-US" altLang="zh-CN" dirty="0"/>
          </a:p>
        </p:txBody>
      </p:sp>
      <p:pic>
        <p:nvPicPr>
          <p:cNvPr id="8" name="Picture 3" descr="图片22">
            <a:extLst>
              <a:ext uri="{FF2B5EF4-FFF2-40B4-BE49-F238E27FC236}">
                <a16:creationId xmlns:a16="http://schemas.microsoft.com/office/drawing/2014/main" id="{10EDABC0-020A-4089-BECE-EE0B171CFB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a:xfrm>
            <a:off x="2147889" y="4085082"/>
            <a:ext cx="2429217" cy="2091487"/>
          </a:xfrm>
          <a:prstGeom prst="rect">
            <a:avLst/>
          </a:prstGeom>
        </p:spPr>
      </p:pic>
      <p:pic>
        <p:nvPicPr>
          <p:cNvPr id="1026" name="Picture 2" descr="https://img-blog.csdn.net/20160714144315409">
            <a:extLst>
              <a:ext uri="{FF2B5EF4-FFF2-40B4-BE49-F238E27FC236}">
                <a16:creationId xmlns:a16="http://schemas.microsoft.com/office/drawing/2014/main" id="{E233E7BA-07AE-460C-BC5C-7A717DC0ED8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51957" y="3078354"/>
            <a:ext cx="5307668" cy="3315999"/>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C8E7ACF7-AD4B-480F-BC8D-4C8EC58CC1DA}"/>
              </a:ext>
            </a:extLst>
          </p:cNvPr>
          <p:cNvSpPr/>
          <p:nvPr/>
        </p:nvSpPr>
        <p:spPr>
          <a:xfrm>
            <a:off x="6538960" y="2784627"/>
            <a:ext cx="5404043" cy="369332"/>
          </a:xfrm>
          <a:prstGeom prst="rect">
            <a:avLst/>
          </a:prstGeom>
        </p:spPr>
        <p:txBody>
          <a:bodyPr wrap="none">
            <a:spAutoFit/>
          </a:bodyPr>
          <a:lstStyle/>
          <a:p>
            <a:r>
              <a:rPr lang="en-US" altLang="zh-CN" dirty="0"/>
              <a:t>Kruskal </a:t>
            </a:r>
            <a:r>
              <a:rPr lang="zh-CN" altLang="en-US" dirty="0"/>
              <a:t>算法中边的选取只取决于边权的相对顺序。</a:t>
            </a:r>
          </a:p>
        </p:txBody>
      </p:sp>
    </p:spTree>
    <p:extLst>
      <p:ext uri="{BB962C8B-B14F-4D97-AF65-F5344CB8AC3E}">
        <p14:creationId xmlns:p14="http://schemas.microsoft.com/office/powerpoint/2010/main" val="2076470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9</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第七章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3</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1" y="6409550"/>
            <a:ext cx="132921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dirty="0">
                <a:latin typeface="Arial" panose="020B0604020202020204" pitchFamily="34" charset="0"/>
                <a:ea typeface="微软雅黑" panose="020B0503020204020204" pitchFamily="34" charset="-122"/>
                <a:cs typeface="+mn-ea"/>
                <a:sym typeface="Arial" panose="020B0604020202020204" pitchFamily="34" charset="0"/>
              </a:rPr>
              <a:t>7-9</a:t>
            </a: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章习题课</a:t>
            </a:r>
          </a:p>
        </p:txBody>
      </p:sp>
      <p:pic>
        <p:nvPicPr>
          <p:cNvPr id="5" name="图片 4">
            <a:extLst>
              <a:ext uri="{FF2B5EF4-FFF2-40B4-BE49-F238E27FC236}">
                <a16:creationId xmlns:a16="http://schemas.microsoft.com/office/drawing/2014/main" id="{E9814337-DEF1-4368-BB1C-C16E4DF85994}"/>
              </a:ext>
            </a:extLst>
          </p:cNvPr>
          <p:cNvPicPr>
            <a:picLocks noChangeAspect="1"/>
          </p:cNvPicPr>
          <p:nvPr/>
        </p:nvPicPr>
        <p:blipFill>
          <a:blip r:embed="rId3"/>
          <a:stretch>
            <a:fillRect/>
          </a:stretch>
        </p:blipFill>
        <p:spPr>
          <a:xfrm>
            <a:off x="1103302" y="1098646"/>
            <a:ext cx="7583499" cy="1995658"/>
          </a:xfrm>
          <a:prstGeom prst="rect">
            <a:avLst/>
          </a:prstGeom>
        </p:spPr>
      </p:pic>
      <p:pic>
        <p:nvPicPr>
          <p:cNvPr id="6" name="图片 5">
            <a:extLst>
              <a:ext uri="{FF2B5EF4-FFF2-40B4-BE49-F238E27FC236}">
                <a16:creationId xmlns:a16="http://schemas.microsoft.com/office/drawing/2014/main" id="{3F1E6BC6-F981-4657-96D7-23F43C34F977}"/>
              </a:ext>
            </a:extLst>
          </p:cNvPr>
          <p:cNvPicPr>
            <a:picLocks noChangeAspect="1"/>
          </p:cNvPicPr>
          <p:nvPr/>
        </p:nvPicPr>
        <p:blipFill>
          <a:blip r:embed="rId4"/>
          <a:stretch>
            <a:fillRect/>
          </a:stretch>
        </p:blipFill>
        <p:spPr>
          <a:xfrm>
            <a:off x="1427019" y="3331863"/>
            <a:ext cx="7452200" cy="2550334"/>
          </a:xfrm>
          <a:prstGeom prst="rect">
            <a:avLst/>
          </a:prstGeom>
        </p:spPr>
      </p:pic>
    </p:spTree>
    <p:extLst>
      <p:ext uri="{BB962C8B-B14F-4D97-AF65-F5344CB8AC3E}">
        <p14:creationId xmlns:p14="http://schemas.microsoft.com/office/powerpoint/2010/main" val="3151524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10</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第八章</a:t>
            </a:r>
            <a:r>
              <a:rPr lang="en-US" altLang="zh-CN" dirty="0">
                <a:latin typeface="微软雅黑"/>
                <a:ea typeface="微软雅黑"/>
                <a:sym typeface="微软雅黑"/>
              </a:rPr>
              <a:t>-</a:t>
            </a:r>
            <a:r>
              <a:rPr lang="zh-CN" altLang="en-US" dirty="0">
                <a:latin typeface="微软雅黑"/>
                <a:ea typeface="微软雅黑"/>
                <a:sym typeface="微软雅黑"/>
              </a:rPr>
              <a:t>内排序</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1" y="6409550"/>
            <a:ext cx="132921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dirty="0">
                <a:latin typeface="Arial" panose="020B0604020202020204" pitchFamily="34" charset="0"/>
                <a:ea typeface="微软雅黑" panose="020B0503020204020204" pitchFamily="34" charset="-122"/>
                <a:cs typeface="+mn-ea"/>
                <a:sym typeface="Arial" panose="020B0604020202020204" pitchFamily="34" charset="0"/>
              </a:rPr>
              <a:t>7-9</a:t>
            </a: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章习题课</a:t>
            </a:r>
          </a:p>
        </p:txBody>
      </p:sp>
      <p:sp>
        <p:nvSpPr>
          <p:cNvPr id="5" name="矩形 4">
            <a:extLst>
              <a:ext uri="{FF2B5EF4-FFF2-40B4-BE49-F238E27FC236}">
                <a16:creationId xmlns:a16="http://schemas.microsoft.com/office/drawing/2014/main" id="{476F6088-871E-48F1-BA80-09EDAD0B2A31}"/>
              </a:ext>
            </a:extLst>
          </p:cNvPr>
          <p:cNvSpPr/>
          <p:nvPr/>
        </p:nvSpPr>
        <p:spPr>
          <a:xfrm>
            <a:off x="907913" y="982789"/>
            <a:ext cx="10142708" cy="1028680"/>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记录、关键码、排序码、排序的稳定性</a:t>
            </a:r>
            <a:endParaRPr lang="en-US" altLang="zh-CN" sz="2200" kern="100" dirty="0">
              <a:latin typeface="宋体" panose="02010600030101010101" pitchFamily="2" charset="-122"/>
              <a:ea typeface="宋体" panose="02010600030101010101" pitchFamily="2" charset="-122"/>
            </a:endParaRPr>
          </a:p>
          <a:p>
            <a:pPr marL="342900" indent="-342900" algn="just">
              <a:lnSpc>
                <a:spcPct val="150000"/>
              </a:lnSpc>
              <a:spcAft>
                <a:spcPts val="0"/>
              </a:spcAft>
              <a:buFont typeface="Arial" panose="020B0604020202020204" pitchFamily="34" charset="0"/>
              <a:buChar char="•"/>
            </a:pPr>
            <a:endParaRPr lang="zh-CN" altLang="en-US" sz="2200" kern="100" dirty="0">
              <a:latin typeface="宋体" panose="02010600030101010101" pitchFamily="2" charset="-122"/>
              <a:ea typeface="宋体" panose="02010600030101010101" pitchFamily="2" charset="-122"/>
            </a:endParaRPr>
          </a:p>
        </p:txBody>
      </p:sp>
      <p:pic>
        <p:nvPicPr>
          <p:cNvPr id="10" name="图片 9">
            <a:extLst>
              <a:ext uri="{FF2B5EF4-FFF2-40B4-BE49-F238E27FC236}">
                <a16:creationId xmlns:a16="http://schemas.microsoft.com/office/drawing/2014/main" id="{7A84A21B-00DD-4A38-AF5E-63666CBA0054}"/>
              </a:ext>
            </a:extLst>
          </p:cNvPr>
          <p:cNvPicPr>
            <a:picLocks noChangeAspect="1"/>
          </p:cNvPicPr>
          <p:nvPr/>
        </p:nvPicPr>
        <p:blipFill>
          <a:blip r:embed="rId3"/>
          <a:stretch>
            <a:fillRect/>
          </a:stretch>
        </p:blipFill>
        <p:spPr>
          <a:xfrm>
            <a:off x="1918854" y="2098963"/>
            <a:ext cx="7860820" cy="3949479"/>
          </a:xfrm>
          <a:prstGeom prst="rect">
            <a:avLst/>
          </a:prstGeom>
        </p:spPr>
      </p:pic>
      <p:pic>
        <p:nvPicPr>
          <p:cNvPr id="11" name="图片 10">
            <a:extLst>
              <a:ext uri="{FF2B5EF4-FFF2-40B4-BE49-F238E27FC236}">
                <a16:creationId xmlns:a16="http://schemas.microsoft.com/office/drawing/2014/main" id="{D6AC76D4-CA1E-4569-AE96-4DB860E8AC81}"/>
              </a:ext>
            </a:extLst>
          </p:cNvPr>
          <p:cNvPicPr>
            <a:picLocks noChangeAspect="1"/>
          </p:cNvPicPr>
          <p:nvPr/>
        </p:nvPicPr>
        <p:blipFill>
          <a:blip r:embed="rId4"/>
          <a:stretch>
            <a:fillRect/>
          </a:stretch>
        </p:blipFill>
        <p:spPr>
          <a:xfrm>
            <a:off x="4205564" y="1787499"/>
            <a:ext cx="2541600" cy="286539"/>
          </a:xfrm>
          <a:prstGeom prst="rect">
            <a:avLst/>
          </a:prstGeom>
        </p:spPr>
      </p:pic>
      <p:pic>
        <p:nvPicPr>
          <p:cNvPr id="12" name="图片 11">
            <a:extLst>
              <a:ext uri="{FF2B5EF4-FFF2-40B4-BE49-F238E27FC236}">
                <a16:creationId xmlns:a16="http://schemas.microsoft.com/office/drawing/2014/main" id="{AD648CA6-9B9E-4E23-A7EF-71DA224C52C0}"/>
              </a:ext>
            </a:extLst>
          </p:cNvPr>
          <p:cNvPicPr>
            <a:picLocks noChangeAspect="1"/>
          </p:cNvPicPr>
          <p:nvPr/>
        </p:nvPicPr>
        <p:blipFill>
          <a:blip r:embed="rId5"/>
          <a:stretch>
            <a:fillRect/>
          </a:stretch>
        </p:blipFill>
        <p:spPr>
          <a:xfrm>
            <a:off x="7205999" y="1787499"/>
            <a:ext cx="1799792" cy="259409"/>
          </a:xfrm>
          <a:prstGeom prst="rect">
            <a:avLst/>
          </a:prstGeom>
        </p:spPr>
      </p:pic>
      <p:sp>
        <p:nvSpPr>
          <p:cNvPr id="13" name="矩形 12">
            <a:extLst>
              <a:ext uri="{FF2B5EF4-FFF2-40B4-BE49-F238E27FC236}">
                <a16:creationId xmlns:a16="http://schemas.microsoft.com/office/drawing/2014/main" id="{2BAB0EF6-D43E-4C88-936C-8C3F6D61B9B6}"/>
              </a:ext>
            </a:extLst>
          </p:cNvPr>
          <p:cNvSpPr/>
          <p:nvPr/>
        </p:nvSpPr>
        <p:spPr>
          <a:xfrm>
            <a:off x="276659" y="3104061"/>
            <a:ext cx="1107996" cy="369332"/>
          </a:xfrm>
          <a:prstGeom prst="rect">
            <a:avLst/>
          </a:prstGeom>
        </p:spPr>
        <p:txBody>
          <a:bodyPr wrap="none">
            <a:spAutoFit/>
          </a:bodyPr>
          <a:lstStyle/>
          <a:p>
            <a:r>
              <a:rPr lang="zh-CN" altLang="en-US" kern="100" dirty="0">
                <a:latin typeface="宋体" panose="02010600030101010101" pitchFamily="2" charset="-122"/>
                <a:ea typeface="宋体" panose="02010600030101010101" pitchFamily="2" charset="-122"/>
              </a:rPr>
              <a:t>简单排序</a:t>
            </a:r>
            <a:endParaRPr lang="zh-CN" altLang="en-US" dirty="0"/>
          </a:p>
        </p:txBody>
      </p:sp>
      <p:sp>
        <p:nvSpPr>
          <p:cNvPr id="14" name="矩形 13">
            <a:extLst>
              <a:ext uri="{FF2B5EF4-FFF2-40B4-BE49-F238E27FC236}">
                <a16:creationId xmlns:a16="http://schemas.microsoft.com/office/drawing/2014/main" id="{AB875831-A31B-40B9-B411-8FA33F700844}"/>
              </a:ext>
            </a:extLst>
          </p:cNvPr>
          <p:cNvSpPr/>
          <p:nvPr/>
        </p:nvSpPr>
        <p:spPr>
          <a:xfrm>
            <a:off x="276659" y="4513256"/>
            <a:ext cx="1107996" cy="369332"/>
          </a:xfrm>
          <a:prstGeom prst="rect">
            <a:avLst/>
          </a:prstGeom>
        </p:spPr>
        <p:txBody>
          <a:bodyPr wrap="none">
            <a:spAutoFit/>
          </a:bodyPr>
          <a:lstStyle/>
          <a:p>
            <a:r>
              <a:rPr lang="zh-CN" altLang="en-US" kern="100" dirty="0">
                <a:latin typeface="宋体" panose="02010600030101010101" pitchFamily="2" charset="-122"/>
                <a:ea typeface="宋体" panose="02010600030101010101" pitchFamily="2" charset="-122"/>
              </a:rPr>
              <a:t>分治排序</a:t>
            </a:r>
            <a:endParaRPr lang="zh-CN" altLang="en-US" dirty="0"/>
          </a:p>
        </p:txBody>
      </p:sp>
      <p:sp>
        <p:nvSpPr>
          <p:cNvPr id="15" name="左大括号 14">
            <a:extLst>
              <a:ext uri="{FF2B5EF4-FFF2-40B4-BE49-F238E27FC236}">
                <a16:creationId xmlns:a16="http://schemas.microsoft.com/office/drawing/2014/main" id="{35BA64C0-1CC1-4630-9EBF-F5F26F6E602C}"/>
              </a:ext>
            </a:extLst>
          </p:cNvPr>
          <p:cNvSpPr/>
          <p:nvPr/>
        </p:nvSpPr>
        <p:spPr>
          <a:xfrm>
            <a:off x="1530927" y="2500745"/>
            <a:ext cx="387927" cy="1586346"/>
          </a:xfrm>
          <a:prstGeom prst="leftBrace">
            <a:avLst>
              <a:gd name="adj1" fmla="val 8869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左大括号 15">
            <a:extLst>
              <a:ext uri="{FF2B5EF4-FFF2-40B4-BE49-F238E27FC236}">
                <a16:creationId xmlns:a16="http://schemas.microsoft.com/office/drawing/2014/main" id="{6607130A-7B41-4F9E-B341-0DEA3F131B10}"/>
              </a:ext>
            </a:extLst>
          </p:cNvPr>
          <p:cNvSpPr/>
          <p:nvPr/>
        </p:nvSpPr>
        <p:spPr>
          <a:xfrm>
            <a:off x="1634836" y="4398818"/>
            <a:ext cx="329737" cy="658091"/>
          </a:xfrm>
          <a:prstGeom prst="leftBrace">
            <a:avLst>
              <a:gd name="adj1" fmla="val 49895"/>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左大括号 16">
            <a:extLst>
              <a:ext uri="{FF2B5EF4-FFF2-40B4-BE49-F238E27FC236}">
                <a16:creationId xmlns:a16="http://schemas.microsoft.com/office/drawing/2014/main" id="{AD72513C-5416-4806-A1B6-E5F69BC7E7E2}"/>
              </a:ext>
            </a:extLst>
          </p:cNvPr>
          <p:cNvSpPr/>
          <p:nvPr/>
        </p:nvSpPr>
        <p:spPr>
          <a:xfrm>
            <a:off x="1608357" y="5385610"/>
            <a:ext cx="329737" cy="658091"/>
          </a:xfrm>
          <a:prstGeom prst="leftBrace">
            <a:avLst>
              <a:gd name="adj1" fmla="val 49895"/>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F522137C-A375-4F8D-AAEE-FE02D77CA565}"/>
              </a:ext>
            </a:extLst>
          </p:cNvPr>
          <p:cNvSpPr/>
          <p:nvPr/>
        </p:nvSpPr>
        <p:spPr>
          <a:xfrm>
            <a:off x="353915" y="5526543"/>
            <a:ext cx="1107996" cy="369332"/>
          </a:xfrm>
          <a:prstGeom prst="rect">
            <a:avLst/>
          </a:prstGeom>
        </p:spPr>
        <p:txBody>
          <a:bodyPr wrap="none">
            <a:spAutoFit/>
          </a:bodyPr>
          <a:lstStyle/>
          <a:p>
            <a:r>
              <a:rPr lang="zh-CN" altLang="en-US" kern="100" dirty="0">
                <a:latin typeface="宋体" panose="02010600030101010101" pitchFamily="2" charset="-122"/>
                <a:ea typeface="宋体" panose="02010600030101010101" pitchFamily="2" charset="-122"/>
              </a:rPr>
              <a:t>分配排序</a:t>
            </a:r>
            <a:endParaRPr lang="zh-CN" altLang="en-US" dirty="0"/>
          </a:p>
        </p:txBody>
      </p:sp>
    </p:spTree>
    <p:extLst>
      <p:ext uri="{BB962C8B-B14F-4D97-AF65-F5344CB8AC3E}">
        <p14:creationId xmlns:p14="http://schemas.microsoft.com/office/powerpoint/2010/main" val="178086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11</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第八章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1</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1" y="6409550"/>
            <a:ext cx="132921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dirty="0">
                <a:latin typeface="Arial" panose="020B0604020202020204" pitchFamily="34" charset="0"/>
                <a:ea typeface="微软雅黑" panose="020B0503020204020204" pitchFamily="34" charset="-122"/>
                <a:cs typeface="+mn-ea"/>
                <a:sym typeface="Arial" panose="020B0604020202020204" pitchFamily="34" charset="0"/>
              </a:rPr>
              <a:t>7-9</a:t>
            </a: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章习题课</a:t>
            </a:r>
          </a:p>
        </p:txBody>
      </p:sp>
      <p:pic>
        <p:nvPicPr>
          <p:cNvPr id="6" name="图片 5">
            <a:extLst>
              <a:ext uri="{FF2B5EF4-FFF2-40B4-BE49-F238E27FC236}">
                <a16:creationId xmlns:a16="http://schemas.microsoft.com/office/drawing/2014/main" id="{DB6014C5-57AF-4C50-9AC4-53E7EA169E0D}"/>
              </a:ext>
            </a:extLst>
          </p:cNvPr>
          <p:cNvPicPr>
            <a:picLocks noChangeAspect="1"/>
          </p:cNvPicPr>
          <p:nvPr/>
        </p:nvPicPr>
        <p:blipFill>
          <a:blip r:embed="rId3"/>
          <a:stretch>
            <a:fillRect/>
          </a:stretch>
        </p:blipFill>
        <p:spPr>
          <a:xfrm>
            <a:off x="973283" y="1094099"/>
            <a:ext cx="5995554" cy="1109689"/>
          </a:xfrm>
          <a:prstGeom prst="rect">
            <a:avLst/>
          </a:prstGeom>
        </p:spPr>
      </p:pic>
      <p:pic>
        <p:nvPicPr>
          <p:cNvPr id="7" name="图片 6">
            <a:extLst>
              <a:ext uri="{FF2B5EF4-FFF2-40B4-BE49-F238E27FC236}">
                <a16:creationId xmlns:a16="http://schemas.microsoft.com/office/drawing/2014/main" id="{2F75EC9F-4BA2-4395-92AB-7BE535FF879B}"/>
              </a:ext>
            </a:extLst>
          </p:cNvPr>
          <p:cNvPicPr>
            <a:picLocks noChangeAspect="1"/>
          </p:cNvPicPr>
          <p:nvPr/>
        </p:nvPicPr>
        <p:blipFill>
          <a:blip r:embed="rId4"/>
          <a:stretch>
            <a:fillRect/>
          </a:stretch>
        </p:blipFill>
        <p:spPr>
          <a:xfrm>
            <a:off x="1299883" y="2404068"/>
            <a:ext cx="7781772" cy="3836219"/>
          </a:xfrm>
          <a:prstGeom prst="rect">
            <a:avLst/>
          </a:prstGeom>
        </p:spPr>
      </p:pic>
    </p:spTree>
    <p:extLst>
      <p:ext uri="{BB962C8B-B14F-4D97-AF65-F5344CB8AC3E}">
        <p14:creationId xmlns:p14="http://schemas.microsoft.com/office/powerpoint/2010/main" val="571066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12</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第八章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2</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1" y="6409550"/>
            <a:ext cx="132921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dirty="0">
                <a:latin typeface="Arial" panose="020B0604020202020204" pitchFamily="34" charset="0"/>
                <a:ea typeface="微软雅黑" panose="020B0503020204020204" pitchFamily="34" charset="-122"/>
                <a:cs typeface="+mn-ea"/>
                <a:sym typeface="Arial" panose="020B0604020202020204" pitchFamily="34" charset="0"/>
              </a:rPr>
              <a:t>7-9</a:t>
            </a: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章习题课</a:t>
            </a:r>
          </a:p>
        </p:txBody>
      </p:sp>
      <p:pic>
        <p:nvPicPr>
          <p:cNvPr id="6" name="图片 5">
            <a:extLst>
              <a:ext uri="{FF2B5EF4-FFF2-40B4-BE49-F238E27FC236}">
                <a16:creationId xmlns:a16="http://schemas.microsoft.com/office/drawing/2014/main" id="{E7D1847B-8108-4C72-A354-D09117D979C5}"/>
              </a:ext>
            </a:extLst>
          </p:cNvPr>
          <p:cNvPicPr>
            <a:picLocks noChangeAspect="1"/>
          </p:cNvPicPr>
          <p:nvPr/>
        </p:nvPicPr>
        <p:blipFill>
          <a:blip r:embed="rId3"/>
          <a:stretch>
            <a:fillRect/>
          </a:stretch>
        </p:blipFill>
        <p:spPr>
          <a:xfrm>
            <a:off x="1064773" y="1110432"/>
            <a:ext cx="6146518" cy="812438"/>
          </a:xfrm>
          <a:prstGeom prst="rect">
            <a:avLst/>
          </a:prstGeom>
        </p:spPr>
      </p:pic>
      <p:pic>
        <p:nvPicPr>
          <p:cNvPr id="7" name="图片 6">
            <a:extLst>
              <a:ext uri="{FF2B5EF4-FFF2-40B4-BE49-F238E27FC236}">
                <a16:creationId xmlns:a16="http://schemas.microsoft.com/office/drawing/2014/main" id="{DF3698A5-A162-407D-9942-DED35E6550EA}"/>
              </a:ext>
            </a:extLst>
          </p:cNvPr>
          <p:cNvPicPr>
            <a:picLocks noChangeAspect="1"/>
          </p:cNvPicPr>
          <p:nvPr/>
        </p:nvPicPr>
        <p:blipFill>
          <a:blip r:embed="rId4"/>
          <a:stretch>
            <a:fillRect/>
          </a:stretch>
        </p:blipFill>
        <p:spPr>
          <a:xfrm>
            <a:off x="1313210" y="2839301"/>
            <a:ext cx="4318664" cy="3451143"/>
          </a:xfrm>
          <a:prstGeom prst="rect">
            <a:avLst/>
          </a:prstGeom>
        </p:spPr>
      </p:pic>
      <p:pic>
        <p:nvPicPr>
          <p:cNvPr id="8" name="图片 7">
            <a:extLst>
              <a:ext uri="{FF2B5EF4-FFF2-40B4-BE49-F238E27FC236}">
                <a16:creationId xmlns:a16="http://schemas.microsoft.com/office/drawing/2014/main" id="{8AC37FA5-2D29-4ECB-BF27-2336DC824B4C}"/>
              </a:ext>
            </a:extLst>
          </p:cNvPr>
          <p:cNvPicPr>
            <a:picLocks noChangeAspect="1"/>
          </p:cNvPicPr>
          <p:nvPr/>
        </p:nvPicPr>
        <p:blipFill>
          <a:blip r:embed="rId5"/>
          <a:stretch>
            <a:fillRect/>
          </a:stretch>
        </p:blipFill>
        <p:spPr>
          <a:xfrm>
            <a:off x="6823701" y="3506830"/>
            <a:ext cx="3919321" cy="1905504"/>
          </a:xfrm>
          <a:prstGeom prst="rect">
            <a:avLst/>
          </a:prstGeom>
        </p:spPr>
      </p:pic>
      <p:pic>
        <p:nvPicPr>
          <p:cNvPr id="9" name="图片 8">
            <a:extLst>
              <a:ext uri="{FF2B5EF4-FFF2-40B4-BE49-F238E27FC236}">
                <a16:creationId xmlns:a16="http://schemas.microsoft.com/office/drawing/2014/main" id="{7E7D1245-2A7F-441F-9C7C-696FD0AD3B8A}"/>
              </a:ext>
            </a:extLst>
          </p:cNvPr>
          <p:cNvPicPr>
            <a:picLocks noChangeAspect="1"/>
          </p:cNvPicPr>
          <p:nvPr/>
        </p:nvPicPr>
        <p:blipFill>
          <a:blip r:embed="rId6"/>
          <a:stretch>
            <a:fillRect/>
          </a:stretch>
        </p:blipFill>
        <p:spPr>
          <a:xfrm>
            <a:off x="1313210" y="2109543"/>
            <a:ext cx="6345382" cy="729758"/>
          </a:xfrm>
          <a:prstGeom prst="rect">
            <a:avLst/>
          </a:prstGeom>
        </p:spPr>
      </p:pic>
      <p:sp>
        <p:nvSpPr>
          <p:cNvPr id="10" name="矩形 9">
            <a:extLst>
              <a:ext uri="{FF2B5EF4-FFF2-40B4-BE49-F238E27FC236}">
                <a16:creationId xmlns:a16="http://schemas.microsoft.com/office/drawing/2014/main" id="{E1CC82D7-93A1-4045-9887-C57530D58EDF}"/>
              </a:ext>
            </a:extLst>
          </p:cNvPr>
          <p:cNvSpPr/>
          <p:nvPr/>
        </p:nvSpPr>
        <p:spPr>
          <a:xfrm>
            <a:off x="5846618" y="2478150"/>
            <a:ext cx="6345382" cy="520848"/>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en-US" altLang="zh-CN" sz="2200" kern="100">
                <a:latin typeface="宋体" panose="02010600030101010101" pitchFamily="2" charset="-122"/>
                <a:ea typeface="宋体" panose="02010600030101010101" pitchFamily="2" charset="-122"/>
              </a:rPr>
              <a:t>Select+Partition</a:t>
            </a:r>
            <a:endParaRPr lang="zh-CN" altLang="en-US" sz="2200" kern="1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7018153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13</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第八章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3</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1" y="6409550"/>
            <a:ext cx="132921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dirty="0">
                <a:latin typeface="Arial" panose="020B0604020202020204" pitchFamily="34" charset="0"/>
                <a:ea typeface="微软雅黑" panose="020B0503020204020204" pitchFamily="34" charset="-122"/>
                <a:cs typeface="+mn-ea"/>
                <a:sym typeface="Arial" panose="020B0604020202020204" pitchFamily="34" charset="0"/>
              </a:rPr>
              <a:t>7-9</a:t>
            </a: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章习题课</a:t>
            </a:r>
          </a:p>
        </p:txBody>
      </p:sp>
      <p:pic>
        <p:nvPicPr>
          <p:cNvPr id="7" name="图片 6">
            <a:extLst>
              <a:ext uri="{FF2B5EF4-FFF2-40B4-BE49-F238E27FC236}">
                <a16:creationId xmlns:a16="http://schemas.microsoft.com/office/drawing/2014/main" id="{11F43875-803B-4B7C-8956-536BC3DFDF27}"/>
              </a:ext>
            </a:extLst>
          </p:cNvPr>
          <p:cNvPicPr>
            <a:picLocks noChangeAspect="1"/>
          </p:cNvPicPr>
          <p:nvPr/>
        </p:nvPicPr>
        <p:blipFill>
          <a:blip r:embed="rId3"/>
          <a:stretch>
            <a:fillRect/>
          </a:stretch>
        </p:blipFill>
        <p:spPr>
          <a:xfrm>
            <a:off x="1099408" y="1121469"/>
            <a:ext cx="8169283" cy="1526621"/>
          </a:xfrm>
          <a:prstGeom prst="rect">
            <a:avLst/>
          </a:prstGeom>
        </p:spPr>
      </p:pic>
      <p:pic>
        <p:nvPicPr>
          <p:cNvPr id="8" name="图片 7">
            <a:extLst>
              <a:ext uri="{FF2B5EF4-FFF2-40B4-BE49-F238E27FC236}">
                <a16:creationId xmlns:a16="http://schemas.microsoft.com/office/drawing/2014/main" id="{C42D9C43-5E43-4C53-8699-38A6C45327B4}"/>
              </a:ext>
            </a:extLst>
          </p:cNvPr>
          <p:cNvPicPr>
            <a:picLocks noChangeAspect="1"/>
          </p:cNvPicPr>
          <p:nvPr/>
        </p:nvPicPr>
        <p:blipFill>
          <a:blip r:embed="rId4"/>
          <a:stretch>
            <a:fillRect/>
          </a:stretch>
        </p:blipFill>
        <p:spPr>
          <a:xfrm>
            <a:off x="2036618" y="2850069"/>
            <a:ext cx="7135091" cy="3342304"/>
          </a:xfrm>
          <a:prstGeom prst="rect">
            <a:avLst/>
          </a:prstGeom>
        </p:spPr>
      </p:pic>
      <p:sp>
        <p:nvSpPr>
          <p:cNvPr id="9" name="矩形: 圆角 8">
            <a:extLst>
              <a:ext uri="{FF2B5EF4-FFF2-40B4-BE49-F238E27FC236}">
                <a16:creationId xmlns:a16="http://schemas.microsoft.com/office/drawing/2014/main" id="{8D7F8138-D551-4B2C-AFA8-C273F3AB05FE}"/>
              </a:ext>
            </a:extLst>
          </p:cNvPr>
          <p:cNvSpPr/>
          <p:nvPr/>
        </p:nvSpPr>
        <p:spPr>
          <a:xfrm>
            <a:off x="6144491" y="3747656"/>
            <a:ext cx="187036" cy="193964"/>
          </a:xfrm>
          <a:prstGeom prst="roundRect">
            <a:avLst/>
          </a:prstGeom>
          <a:noFill/>
          <a:ln w="285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A05F8E2B-C63F-477C-8700-ACFBF4A32AE4}"/>
              </a:ext>
            </a:extLst>
          </p:cNvPr>
          <p:cNvSpPr/>
          <p:nvPr/>
        </p:nvSpPr>
        <p:spPr>
          <a:xfrm>
            <a:off x="6144491" y="5639549"/>
            <a:ext cx="187036" cy="193964"/>
          </a:xfrm>
          <a:prstGeom prst="roundRect">
            <a:avLst/>
          </a:prstGeom>
          <a:noFill/>
          <a:ln w="285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75091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84C0AC3-3AE9-4C73-9E5F-B22C17553427}"/>
              </a:ext>
            </a:extLst>
          </p:cNvPr>
          <p:cNvSpPr>
            <a:spLocks noGrp="1"/>
          </p:cNvSpPr>
          <p:nvPr>
            <p:ph type="sldNum" sz="quarter" idx="4"/>
          </p:nvPr>
        </p:nvSpPr>
        <p:spPr/>
        <p:txBody>
          <a:bodyPr/>
          <a:lstStyle/>
          <a:p>
            <a:r>
              <a:rPr lang="en-US" altLang="zh-CN"/>
              <a:t>&lt; </a:t>
            </a:r>
            <a:fld id="{A548B57D-AE10-4CF7-A9DF-59FEFA91B28E}" type="slidenum">
              <a:rPr lang="zh-CN" altLang="en-US" smtClean="0"/>
              <a:pPr/>
              <a:t>14</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A96016FC-CFEC-4D5B-BB00-B489C542E848}"/>
              </a:ext>
            </a:extLst>
          </p:cNvPr>
          <p:cNvSpPr>
            <a:spLocks noGrp="1"/>
          </p:cNvSpPr>
          <p:nvPr>
            <p:ph type="title"/>
          </p:nvPr>
        </p:nvSpPr>
        <p:spPr/>
        <p:txBody>
          <a:bodyPr/>
          <a:lstStyle/>
          <a:p>
            <a:r>
              <a:rPr lang="zh-CN" altLang="en-US" dirty="0">
                <a:latin typeface="微软雅黑"/>
                <a:ea typeface="微软雅黑"/>
                <a:sym typeface="微软雅黑"/>
              </a:rPr>
              <a:t>第八章</a:t>
            </a:r>
            <a:r>
              <a:rPr lang="en-US" altLang="zh-CN" dirty="0">
                <a:latin typeface="微软雅黑"/>
                <a:ea typeface="微软雅黑"/>
                <a:sym typeface="微软雅黑"/>
              </a:rPr>
              <a:t>-</a:t>
            </a:r>
            <a:r>
              <a:rPr lang="zh-CN" altLang="en-US" dirty="0">
                <a:latin typeface="微软雅黑"/>
                <a:ea typeface="微软雅黑"/>
                <a:sym typeface="微软雅黑"/>
              </a:rPr>
              <a:t>补充</a:t>
            </a:r>
            <a:endParaRPr lang="zh-CN" altLang="en-US" dirty="0"/>
          </a:p>
        </p:txBody>
      </p:sp>
      <p:pic>
        <p:nvPicPr>
          <p:cNvPr id="4" name="图片 3">
            <a:extLst>
              <a:ext uri="{FF2B5EF4-FFF2-40B4-BE49-F238E27FC236}">
                <a16:creationId xmlns:a16="http://schemas.microsoft.com/office/drawing/2014/main" id="{B3E23308-C39B-4606-9607-E62A447DCA88}"/>
              </a:ext>
            </a:extLst>
          </p:cNvPr>
          <p:cNvPicPr>
            <a:picLocks noChangeAspect="1"/>
          </p:cNvPicPr>
          <p:nvPr/>
        </p:nvPicPr>
        <p:blipFill>
          <a:blip r:embed="rId3"/>
          <a:stretch>
            <a:fillRect/>
          </a:stretch>
        </p:blipFill>
        <p:spPr>
          <a:xfrm>
            <a:off x="646709" y="1053651"/>
            <a:ext cx="8234055" cy="775405"/>
          </a:xfrm>
          <a:prstGeom prst="rect">
            <a:avLst/>
          </a:prstGeom>
        </p:spPr>
      </p:pic>
      <p:sp>
        <p:nvSpPr>
          <p:cNvPr id="5" name="矩形 4">
            <a:extLst>
              <a:ext uri="{FF2B5EF4-FFF2-40B4-BE49-F238E27FC236}">
                <a16:creationId xmlns:a16="http://schemas.microsoft.com/office/drawing/2014/main" id="{3EE35527-AB02-449D-AB06-EC55884E312F}"/>
              </a:ext>
            </a:extLst>
          </p:cNvPr>
          <p:cNvSpPr/>
          <p:nvPr/>
        </p:nvSpPr>
        <p:spPr>
          <a:xfrm>
            <a:off x="1986577" y="6355785"/>
            <a:ext cx="4211474" cy="369332"/>
          </a:xfrm>
          <a:prstGeom prst="rect">
            <a:avLst/>
          </a:prstGeom>
        </p:spPr>
        <p:txBody>
          <a:bodyPr wrap="none">
            <a:spAutoFit/>
          </a:bodyPr>
          <a:lstStyle/>
          <a:p>
            <a:r>
              <a:rPr lang="zh-CN" altLang="en-US" dirty="0"/>
              <a:t>详见：</a:t>
            </a:r>
            <a:r>
              <a:rPr lang="en-US" altLang="zh-CN" dirty="0"/>
              <a:t>http://www.xiaot123.com/5-x99nf</a:t>
            </a:r>
            <a:endParaRPr lang="zh-CN" altLang="en-US" dirty="0"/>
          </a:p>
        </p:txBody>
      </p:sp>
      <p:sp>
        <p:nvSpPr>
          <p:cNvPr id="6" name="矩形 5">
            <a:extLst>
              <a:ext uri="{FF2B5EF4-FFF2-40B4-BE49-F238E27FC236}">
                <a16:creationId xmlns:a16="http://schemas.microsoft.com/office/drawing/2014/main" id="{88C5AFC5-F3F7-4335-BCCB-E55BF56756A2}"/>
              </a:ext>
            </a:extLst>
          </p:cNvPr>
          <p:cNvSpPr/>
          <p:nvPr/>
        </p:nvSpPr>
        <p:spPr>
          <a:xfrm>
            <a:off x="721845" y="1829056"/>
            <a:ext cx="10519592" cy="1536511"/>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手摇算法：空间复杂度</a:t>
            </a:r>
            <a:r>
              <a:rPr lang="en-US" altLang="zh-CN" sz="2200" kern="100" dirty="0">
                <a:latin typeface="宋体" panose="02010600030101010101" pitchFamily="2" charset="-122"/>
                <a:ea typeface="宋体" panose="02010600030101010101" pitchFamily="2" charset="-122"/>
              </a:rPr>
              <a:t>O(1)</a:t>
            </a:r>
            <a:r>
              <a:rPr lang="zh-CN" altLang="en-US" sz="2200" kern="100" dirty="0">
                <a:latin typeface="宋体" panose="02010600030101010101" pitchFamily="2" charset="-122"/>
                <a:ea typeface="宋体" panose="02010600030101010101" pitchFamily="2" charset="-122"/>
              </a:rPr>
              <a:t>，主要用来对数组两部分进行位置互换，如将字符串 </a:t>
            </a:r>
            <a:r>
              <a:rPr lang="en-US" altLang="zh-CN" sz="2200" kern="100" dirty="0">
                <a:latin typeface="宋体" panose="02010600030101010101" pitchFamily="2" charset="-122"/>
                <a:ea typeface="宋体" panose="02010600030101010101" pitchFamily="2" charset="-122"/>
              </a:rPr>
              <a:t>abcde1234567 </a:t>
            </a:r>
            <a:r>
              <a:rPr lang="zh-CN" altLang="en-US" sz="2200" kern="100" dirty="0">
                <a:latin typeface="宋体" panose="02010600030101010101" pitchFamily="2" charset="-122"/>
                <a:ea typeface="宋体" panose="02010600030101010101" pitchFamily="2" charset="-122"/>
              </a:rPr>
              <a:t>的前 </a:t>
            </a:r>
            <a:r>
              <a:rPr lang="en-US" altLang="zh-CN" sz="2200" kern="100" dirty="0">
                <a:latin typeface="宋体" panose="02010600030101010101" pitchFamily="2" charset="-122"/>
                <a:ea typeface="宋体" panose="02010600030101010101" pitchFamily="2" charset="-122"/>
              </a:rPr>
              <a:t>5 </a:t>
            </a:r>
            <a:r>
              <a:rPr lang="zh-CN" altLang="en-US" sz="2200" kern="100" dirty="0">
                <a:latin typeface="宋体" panose="02010600030101010101" pitchFamily="2" charset="-122"/>
                <a:ea typeface="宋体" panose="02010600030101010101" pitchFamily="2" charset="-122"/>
              </a:rPr>
              <a:t>个字符与后面的字符交换位置，那么手摇后变成：</a:t>
            </a:r>
            <a:r>
              <a:rPr lang="en-US" altLang="zh-CN" sz="2200" kern="100" dirty="0">
                <a:latin typeface="宋体" panose="02010600030101010101" pitchFamily="2" charset="-122"/>
                <a:ea typeface="宋体" panose="02010600030101010101" pitchFamily="2" charset="-122"/>
              </a:rPr>
              <a:t>1234567abcde</a:t>
            </a:r>
            <a:r>
              <a:rPr lang="zh-CN" altLang="en-US" sz="2200" kern="100" dirty="0">
                <a:latin typeface="宋体" panose="02010600030101010101" pitchFamily="2" charset="-122"/>
                <a:ea typeface="宋体" panose="02010600030101010101" pitchFamily="2" charset="-122"/>
              </a:rPr>
              <a:t>。</a:t>
            </a:r>
          </a:p>
        </p:txBody>
      </p:sp>
      <p:sp>
        <p:nvSpPr>
          <p:cNvPr id="7" name="Rectangle 1">
            <a:extLst>
              <a:ext uri="{FF2B5EF4-FFF2-40B4-BE49-F238E27FC236}">
                <a16:creationId xmlns:a16="http://schemas.microsoft.com/office/drawing/2014/main" id="{8C60A626-7220-4C61-BEC3-98200924837A}"/>
              </a:ext>
            </a:extLst>
          </p:cNvPr>
          <p:cNvSpPr>
            <a:spLocks noChangeArrowheads="1"/>
          </p:cNvSpPr>
          <p:nvPr/>
        </p:nvSpPr>
        <p:spPr bwMode="auto">
          <a:xfrm>
            <a:off x="0" y="-138499"/>
            <a:ext cx="65" cy="276999"/>
          </a:xfrm>
          <a:prstGeom prst="rect">
            <a:avLst/>
          </a:prstGeom>
          <a:solidFill>
            <a:srgbClr val="ECF0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9" name="图片 8">
            <a:extLst>
              <a:ext uri="{FF2B5EF4-FFF2-40B4-BE49-F238E27FC236}">
                <a16:creationId xmlns:a16="http://schemas.microsoft.com/office/drawing/2014/main" id="{49878083-AA15-4535-A598-06BC50AE7586}"/>
              </a:ext>
            </a:extLst>
          </p:cNvPr>
          <p:cNvPicPr>
            <a:picLocks noChangeAspect="1"/>
          </p:cNvPicPr>
          <p:nvPr/>
        </p:nvPicPr>
        <p:blipFill>
          <a:blip r:embed="rId4"/>
          <a:stretch>
            <a:fillRect/>
          </a:stretch>
        </p:blipFill>
        <p:spPr>
          <a:xfrm>
            <a:off x="992982" y="3527002"/>
            <a:ext cx="2354652" cy="2370854"/>
          </a:xfrm>
          <a:prstGeom prst="rect">
            <a:avLst/>
          </a:prstGeom>
        </p:spPr>
      </p:pic>
      <p:pic>
        <p:nvPicPr>
          <p:cNvPr id="10" name="图片 9">
            <a:extLst>
              <a:ext uri="{FF2B5EF4-FFF2-40B4-BE49-F238E27FC236}">
                <a16:creationId xmlns:a16="http://schemas.microsoft.com/office/drawing/2014/main" id="{379CE12A-579C-45CE-8826-1F75FEBB706F}"/>
              </a:ext>
            </a:extLst>
          </p:cNvPr>
          <p:cNvPicPr>
            <a:picLocks noChangeAspect="1"/>
          </p:cNvPicPr>
          <p:nvPr/>
        </p:nvPicPr>
        <p:blipFill>
          <a:blip r:embed="rId5"/>
          <a:stretch>
            <a:fillRect/>
          </a:stretch>
        </p:blipFill>
        <p:spPr>
          <a:xfrm>
            <a:off x="4166346" y="3823496"/>
            <a:ext cx="4488161" cy="1923498"/>
          </a:xfrm>
          <a:prstGeom prst="rect">
            <a:avLst/>
          </a:prstGeom>
        </p:spPr>
      </p:pic>
    </p:spTree>
    <p:extLst>
      <p:ext uri="{BB962C8B-B14F-4D97-AF65-F5344CB8AC3E}">
        <p14:creationId xmlns:p14="http://schemas.microsoft.com/office/powerpoint/2010/main" val="1009072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84C0AC3-3AE9-4C73-9E5F-B22C17553427}"/>
              </a:ext>
            </a:extLst>
          </p:cNvPr>
          <p:cNvSpPr>
            <a:spLocks noGrp="1"/>
          </p:cNvSpPr>
          <p:nvPr>
            <p:ph type="sldNum" sz="quarter" idx="4"/>
          </p:nvPr>
        </p:nvSpPr>
        <p:spPr/>
        <p:txBody>
          <a:bodyPr/>
          <a:lstStyle/>
          <a:p>
            <a:r>
              <a:rPr lang="en-US" altLang="zh-CN"/>
              <a:t>&lt; </a:t>
            </a:r>
            <a:fld id="{A548B57D-AE10-4CF7-A9DF-59FEFA91B28E}" type="slidenum">
              <a:rPr lang="zh-CN" altLang="en-US" smtClean="0"/>
              <a:pPr/>
              <a:t>15</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A96016FC-CFEC-4D5B-BB00-B489C542E848}"/>
              </a:ext>
            </a:extLst>
          </p:cNvPr>
          <p:cNvSpPr>
            <a:spLocks noGrp="1"/>
          </p:cNvSpPr>
          <p:nvPr>
            <p:ph type="title"/>
          </p:nvPr>
        </p:nvSpPr>
        <p:spPr/>
        <p:txBody>
          <a:bodyPr/>
          <a:lstStyle/>
          <a:p>
            <a:r>
              <a:rPr lang="zh-CN" altLang="en-US" dirty="0">
                <a:latin typeface="微软雅黑"/>
                <a:ea typeface="微软雅黑"/>
                <a:sym typeface="微软雅黑"/>
              </a:rPr>
              <a:t>第八章</a:t>
            </a:r>
            <a:r>
              <a:rPr lang="en-US" altLang="zh-CN" dirty="0">
                <a:latin typeface="微软雅黑"/>
                <a:ea typeface="微软雅黑"/>
                <a:sym typeface="微软雅黑"/>
              </a:rPr>
              <a:t>-</a:t>
            </a:r>
            <a:r>
              <a:rPr lang="zh-CN" altLang="en-US" dirty="0">
                <a:latin typeface="微软雅黑"/>
                <a:ea typeface="微软雅黑"/>
                <a:sym typeface="微软雅黑"/>
              </a:rPr>
              <a:t>补充</a:t>
            </a:r>
            <a:endParaRPr lang="zh-CN" altLang="en-US" dirty="0"/>
          </a:p>
        </p:txBody>
      </p:sp>
      <p:sp>
        <p:nvSpPr>
          <p:cNvPr id="5" name="矩形 4">
            <a:extLst>
              <a:ext uri="{FF2B5EF4-FFF2-40B4-BE49-F238E27FC236}">
                <a16:creationId xmlns:a16="http://schemas.microsoft.com/office/drawing/2014/main" id="{3EE35527-AB02-449D-AB06-EC55884E312F}"/>
              </a:ext>
            </a:extLst>
          </p:cNvPr>
          <p:cNvSpPr/>
          <p:nvPr/>
        </p:nvSpPr>
        <p:spPr>
          <a:xfrm>
            <a:off x="1986577" y="6355785"/>
            <a:ext cx="4211474" cy="369332"/>
          </a:xfrm>
          <a:prstGeom prst="rect">
            <a:avLst/>
          </a:prstGeom>
        </p:spPr>
        <p:txBody>
          <a:bodyPr wrap="none">
            <a:spAutoFit/>
          </a:bodyPr>
          <a:lstStyle/>
          <a:p>
            <a:r>
              <a:rPr lang="zh-CN" altLang="en-US" dirty="0"/>
              <a:t>详见：</a:t>
            </a:r>
            <a:r>
              <a:rPr lang="en-US" altLang="zh-CN" dirty="0"/>
              <a:t>http://www.xiaot123.com/5-x99nf</a:t>
            </a:r>
            <a:endParaRPr lang="zh-CN" altLang="en-US" dirty="0"/>
          </a:p>
        </p:txBody>
      </p:sp>
      <p:sp>
        <p:nvSpPr>
          <p:cNvPr id="7" name="Rectangle 1">
            <a:extLst>
              <a:ext uri="{FF2B5EF4-FFF2-40B4-BE49-F238E27FC236}">
                <a16:creationId xmlns:a16="http://schemas.microsoft.com/office/drawing/2014/main" id="{8C60A626-7220-4C61-BEC3-98200924837A}"/>
              </a:ext>
            </a:extLst>
          </p:cNvPr>
          <p:cNvSpPr>
            <a:spLocks noChangeArrowheads="1"/>
          </p:cNvSpPr>
          <p:nvPr/>
        </p:nvSpPr>
        <p:spPr bwMode="auto">
          <a:xfrm>
            <a:off x="0" y="-138499"/>
            <a:ext cx="65" cy="276999"/>
          </a:xfrm>
          <a:prstGeom prst="rect">
            <a:avLst/>
          </a:prstGeom>
          <a:solidFill>
            <a:srgbClr val="ECF0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8" name="图片 7">
            <a:extLst>
              <a:ext uri="{FF2B5EF4-FFF2-40B4-BE49-F238E27FC236}">
                <a16:creationId xmlns:a16="http://schemas.microsoft.com/office/drawing/2014/main" id="{59ABDE2F-DB27-4780-BAC4-16AB0C01D766}"/>
              </a:ext>
            </a:extLst>
          </p:cNvPr>
          <p:cNvPicPr>
            <a:picLocks noChangeAspect="1"/>
          </p:cNvPicPr>
          <p:nvPr/>
        </p:nvPicPr>
        <p:blipFill>
          <a:blip r:embed="rId3"/>
          <a:stretch>
            <a:fillRect/>
          </a:stretch>
        </p:blipFill>
        <p:spPr>
          <a:xfrm>
            <a:off x="595166" y="985727"/>
            <a:ext cx="7689423" cy="2496226"/>
          </a:xfrm>
          <a:prstGeom prst="rect">
            <a:avLst/>
          </a:prstGeom>
        </p:spPr>
      </p:pic>
      <p:pic>
        <p:nvPicPr>
          <p:cNvPr id="11" name="图片 10">
            <a:extLst>
              <a:ext uri="{FF2B5EF4-FFF2-40B4-BE49-F238E27FC236}">
                <a16:creationId xmlns:a16="http://schemas.microsoft.com/office/drawing/2014/main" id="{7427CFF6-D4DD-4F99-853B-3CC441EB41E3}"/>
              </a:ext>
            </a:extLst>
          </p:cNvPr>
          <p:cNvPicPr>
            <a:picLocks noChangeAspect="1"/>
          </p:cNvPicPr>
          <p:nvPr/>
        </p:nvPicPr>
        <p:blipFill>
          <a:blip r:embed="rId4"/>
          <a:stretch>
            <a:fillRect/>
          </a:stretch>
        </p:blipFill>
        <p:spPr>
          <a:xfrm>
            <a:off x="653491" y="3817683"/>
            <a:ext cx="7663330" cy="2453964"/>
          </a:xfrm>
          <a:prstGeom prst="rect">
            <a:avLst/>
          </a:prstGeom>
        </p:spPr>
      </p:pic>
    </p:spTree>
    <p:extLst>
      <p:ext uri="{BB962C8B-B14F-4D97-AF65-F5344CB8AC3E}">
        <p14:creationId xmlns:p14="http://schemas.microsoft.com/office/powerpoint/2010/main" val="3270738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84C0AC3-3AE9-4C73-9E5F-B22C17553427}"/>
              </a:ext>
            </a:extLst>
          </p:cNvPr>
          <p:cNvSpPr>
            <a:spLocks noGrp="1"/>
          </p:cNvSpPr>
          <p:nvPr>
            <p:ph type="sldNum" sz="quarter" idx="4"/>
          </p:nvPr>
        </p:nvSpPr>
        <p:spPr/>
        <p:txBody>
          <a:bodyPr/>
          <a:lstStyle/>
          <a:p>
            <a:r>
              <a:rPr lang="en-US" altLang="zh-CN"/>
              <a:t>&lt; </a:t>
            </a:r>
            <a:fld id="{A548B57D-AE10-4CF7-A9DF-59FEFA91B28E}" type="slidenum">
              <a:rPr lang="zh-CN" altLang="en-US" smtClean="0"/>
              <a:pPr/>
              <a:t>16</a:t>
            </a:fld>
            <a:r>
              <a:rPr lang="zh-CN" altLang="en-US"/>
              <a:t> </a:t>
            </a:r>
            <a:r>
              <a:rPr lang="en-US" altLang="zh-CN"/>
              <a:t>&gt;</a:t>
            </a:r>
            <a:endParaRPr lang="zh-CN" altLang="en-US" dirty="0"/>
          </a:p>
        </p:txBody>
      </p:sp>
      <p:sp>
        <p:nvSpPr>
          <p:cNvPr id="3" name="标题 2">
            <a:extLst>
              <a:ext uri="{FF2B5EF4-FFF2-40B4-BE49-F238E27FC236}">
                <a16:creationId xmlns:a16="http://schemas.microsoft.com/office/drawing/2014/main" id="{A96016FC-CFEC-4D5B-BB00-B489C542E848}"/>
              </a:ext>
            </a:extLst>
          </p:cNvPr>
          <p:cNvSpPr>
            <a:spLocks noGrp="1"/>
          </p:cNvSpPr>
          <p:nvPr>
            <p:ph type="title"/>
          </p:nvPr>
        </p:nvSpPr>
        <p:spPr/>
        <p:txBody>
          <a:bodyPr/>
          <a:lstStyle/>
          <a:p>
            <a:r>
              <a:rPr lang="zh-CN" altLang="en-US" dirty="0">
                <a:latin typeface="微软雅黑"/>
                <a:ea typeface="微软雅黑"/>
                <a:sym typeface="微软雅黑"/>
              </a:rPr>
              <a:t>第八章</a:t>
            </a:r>
            <a:r>
              <a:rPr lang="en-US" altLang="zh-CN" dirty="0">
                <a:latin typeface="微软雅黑"/>
                <a:ea typeface="微软雅黑"/>
                <a:sym typeface="微软雅黑"/>
              </a:rPr>
              <a:t>-</a:t>
            </a:r>
            <a:r>
              <a:rPr lang="zh-CN" altLang="en-US" dirty="0">
                <a:latin typeface="微软雅黑"/>
                <a:ea typeface="微软雅黑"/>
                <a:sym typeface="微软雅黑"/>
              </a:rPr>
              <a:t>补充</a:t>
            </a:r>
            <a:endParaRPr lang="zh-CN" altLang="en-US" dirty="0"/>
          </a:p>
        </p:txBody>
      </p:sp>
      <p:sp>
        <p:nvSpPr>
          <p:cNvPr id="5" name="矩形 4">
            <a:extLst>
              <a:ext uri="{FF2B5EF4-FFF2-40B4-BE49-F238E27FC236}">
                <a16:creationId xmlns:a16="http://schemas.microsoft.com/office/drawing/2014/main" id="{3EE35527-AB02-449D-AB06-EC55884E312F}"/>
              </a:ext>
            </a:extLst>
          </p:cNvPr>
          <p:cNvSpPr/>
          <p:nvPr/>
        </p:nvSpPr>
        <p:spPr>
          <a:xfrm>
            <a:off x="1986577" y="6355785"/>
            <a:ext cx="4211474" cy="369332"/>
          </a:xfrm>
          <a:prstGeom prst="rect">
            <a:avLst/>
          </a:prstGeom>
        </p:spPr>
        <p:txBody>
          <a:bodyPr wrap="none">
            <a:spAutoFit/>
          </a:bodyPr>
          <a:lstStyle/>
          <a:p>
            <a:r>
              <a:rPr lang="zh-CN" altLang="en-US" dirty="0"/>
              <a:t>详见：</a:t>
            </a:r>
            <a:r>
              <a:rPr lang="en-US" altLang="zh-CN" dirty="0"/>
              <a:t>http://www.xiaot123.com/5-x99nf</a:t>
            </a:r>
            <a:endParaRPr lang="zh-CN" altLang="en-US" dirty="0"/>
          </a:p>
        </p:txBody>
      </p:sp>
      <p:sp>
        <p:nvSpPr>
          <p:cNvPr id="7" name="Rectangle 1">
            <a:extLst>
              <a:ext uri="{FF2B5EF4-FFF2-40B4-BE49-F238E27FC236}">
                <a16:creationId xmlns:a16="http://schemas.microsoft.com/office/drawing/2014/main" id="{8C60A626-7220-4C61-BEC3-98200924837A}"/>
              </a:ext>
            </a:extLst>
          </p:cNvPr>
          <p:cNvSpPr>
            <a:spLocks noChangeArrowheads="1"/>
          </p:cNvSpPr>
          <p:nvPr/>
        </p:nvSpPr>
        <p:spPr bwMode="auto">
          <a:xfrm>
            <a:off x="0" y="-138499"/>
            <a:ext cx="65" cy="276999"/>
          </a:xfrm>
          <a:prstGeom prst="rect">
            <a:avLst/>
          </a:prstGeom>
          <a:solidFill>
            <a:srgbClr val="ECF0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4" name="图片 3">
            <a:extLst>
              <a:ext uri="{FF2B5EF4-FFF2-40B4-BE49-F238E27FC236}">
                <a16:creationId xmlns:a16="http://schemas.microsoft.com/office/drawing/2014/main" id="{F64CB859-653F-406D-988D-CB014B36E3DF}"/>
              </a:ext>
            </a:extLst>
          </p:cNvPr>
          <p:cNvPicPr>
            <a:picLocks noChangeAspect="1"/>
          </p:cNvPicPr>
          <p:nvPr/>
        </p:nvPicPr>
        <p:blipFill>
          <a:blip r:embed="rId3"/>
          <a:stretch>
            <a:fillRect/>
          </a:stretch>
        </p:blipFill>
        <p:spPr>
          <a:xfrm>
            <a:off x="971660" y="1116002"/>
            <a:ext cx="8528104" cy="4946300"/>
          </a:xfrm>
          <a:prstGeom prst="rect">
            <a:avLst/>
          </a:prstGeom>
        </p:spPr>
      </p:pic>
    </p:spTree>
    <p:extLst>
      <p:ext uri="{BB962C8B-B14F-4D97-AF65-F5344CB8AC3E}">
        <p14:creationId xmlns:p14="http://schemas.microsoft.com/office/powerpoint/2010/main" val="37833010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17</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第八章</a:t>
            </a:r>
            <a:r>
              <a:rPr lang="en-US" altLang="zh-CN" dirty="0">
                <a:latin typeface="微软雅黑"/>
                <a:ea typeface="微软雅黑"/>
                <a:sym typeface="微软雅黑"/>
              </a:rPr>
              <a:t>-</a:t>
            </a:r>
            <a:r>
              <a:rPr lang="zh-CN" altLang="en-US" dirty="0">
                <a:latin typeface="微软雅黑"/>
                <a:ea typeface="微软雅黑"/>
                <a:sym typeface="微软雅黑"/>
              </a:rPr>
              <a:t>补充</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1" y="6409550"/>
            <a:ext cx="132921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dirty="0">
                <a:latin typeface="Arial" panose="020B0604020202020204" pitchFamily="34" charset="0"/>
                <a:ea typeface="微软雅黑" panose="020B0503020204020204" pitchFamily="34" charset="-122"/>
                <a:cs typeface="+mn-ea"/>
                <a:sym typeface="Arial" panose="020B0604020202020204" pitchFamily="34" charset="0"/>
              </a:rPr>
              <a:t>7-9</a:t>
            </a: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章习题课</a:t>
            </a:r>
          </a:p>
        </p:txBody>
      </p:sp>
      <p:pic>
        <p:nvPicPr>
          <p:cNvPr id="5" name="图片 4">
            <a:extLst>
              <a:ext uri="{FF2B5EF4-FFF2-40B4-BE49-F238E27FC236}">
                <a16:creationId xmlns:a16="http://schemas.microsoft.com/office/drawing/2014/main" id="{BF8AC938-C5F2-4037-8135-AC8155C6F55D}"/>
              </a:ext>
            </a:extLst>
          </p:cNvPr>
          <p:cNvPicPr>
            <a:picLocks noChangeAspect="1"/>
          </p:cNvPicPr>
          <p:nvPr/>
        </p:nvPicPr>
        <p:blipFill>
          <a:blip r:embed="rId3"/>
          <a:stretch>
            <a:fillRect/>
          </a:stretch>
        </p:blipFill>
        <p:spPr>
          <a:xfrm>
            <a:off x="646709" y="1053651"/>
            <a:ext cx="8234055" cy="775405"/>
          </a:xfrm>
          <a:prstGeom prst="rect">
            <a:avLst/>
          </a:prstGeom>
        </p:spPr>
      </p:pic>
      <p:pic>
        <p:nvPicPr>
          <p:cNvPr id="11" name="图片 10">
            <a:extLst>
              <a:ext uri="{FF2B5EF4-FFF2-40B4-BE49-F238E27FC236}">
                <a16:creationId xmlns:a16="http://schemas.microsoft.com/office/drawing/2014/main" id="{5B6159A2-D4F9-42C7-B7B1-C50C41CAEC45}"/>
              </a:ext>
            </a:extLst>
          </p:cNvPr>
          <p:cNvPicPr>
            <a:picLocks noChangeAspect="1"/>
          </p:cNvPicPr>
          <p:nvPr/>
        </p:nvPicPr>
        <p:blipFill>
          <a:blip r:embed="rId4"/>
          <a:stretch>
            <a:fillRect/>
          </a:stretch>
        </p:blipFill>
        <p:spPr>
          <a:xfrm>
            <a:off x="777734" y="2406113"/>
            <a:ext cx="8856600" cy="1065507"/>
          </a:xfrm>
          <a:prstGeom prst="rect">
            <a:avLst/>
          </a:prstGeom>
        </p:spPr>
      </p:pic>
      <p:pic>
        <p:nvPicPr>
          <p:cNvPr id="13" name="图片 12">
            <a:extLst>
              <a:ext uri="{FF2B5EF4-FFF2-40B4-BE49-F238E27FC236}">
                <a16:creationId xmlns:a16="http://schemas.microsoft.com/office/drawing/2014/main" id="{24079556-5959-4219-94A6-1E56AD7DDA9A}"/>
              </a:ext>
            </a:extLst>
          </p:cNvPr>
          <p:cNvPicPr>
            <a:picLocks noChangeAspect="1"/>
          </p:cNvPicPr>
          <p:nvPr/>
        </p:nvPicPr>
        <p:blipFill>
          <a:blip r:embed="rId5"/>
          <a:stretch>
            <a:fillRect/>
          </a:stretch>
        </p:blipFill>
        <p:spPr>
          <a:xfrm>
            <a:off x="646709" y="3651349"/>
            <a:ext cx="9131448" cy="794656"/>
          </a:xfrm>
          <a:prstGeom prst="rect">
            <a:avLst/>
          </a:prstGeom>
        </p:spPr>
      </p:pic>
    </p:spTree>
    <p:extLst>
      <p:ext uri="{BB962C8B-B14F-4D97-AF65-F5344CB8AC3E}">
        <p14:creationId xmlns:p14="http://schemas.microsoft.com/office/powerpoint/2010/main" val="919591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FE91311B-A80A-4BF0-A1EF-EE80DF0B396F}"/>
              </a:ext>
            </a:extLst>
          </p:cNvPr>
          <p:cNvPicPr>
            <a:picLocks noChangeAspect="1"/>
          </p:cNvPicPr>
          <p:nvPr/>
        </p:nvPicPr>
        <p:blipFill>
          <a:blip r:embed="rId3"/>
          <a:stretch>
            <a:fillRect/>
          </a:stretch>
        </p:blipFill>
        <p:spPr>
          <a:xfrm>
            <a:off x="673588" y="1039091"/>
            <a:ext cx="5487620" cy="3366602"/>
          </a:xfrm>
          <a:prstGeom prst="rect">
            <a:avLst/>
          </a:prstGeom>
        </p:spPr>
      </p:pic>
      <p:pic>
        <p:nvPicPr>
          <p:cNvPr id="9" name="图片 8">
            <a:extLst>
              <a:ext uri="{FF2B5EF4-FFF2-40B4-BE49-F238E27FC236}">
                <a16:creationId xmlns:a16="http://schemas.microsoft.com/office/drawing/2014/main" id="{7B9EAE61-CD29-45D8-9432-1FDB1544DDB4}"/>
              </a:ext>
            </a:extLst>
          </p:cNvPr>
          <p:cNvPicPr>
            <a:picLocks noChangeAspect="1"/>
          </p:cNvPicPr>
          <p:nvPr/>
        </p:nvPicPr>
        <p:blipFill>
          <a:blip r:embed="rId4"/>
          <a:stretch>
            <a:fillRect/>
          </a:stretch>
        </p:blipFill>
        <p:spPr>
          <a:xfrm>
            <a:off x="4754743" y="1606320"/>
            <a:ext cx="7093322" cy="975404"/>
          </a:xfrm>
          <a:prstGeom prst="rect">
            <a:avLst/>
          </a:prstGeom>
        </p:spPr>
      </p:pic>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18</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第八章</a:t>
            </a:r>
            <a:r>
              <a:rPr lang="en-US" altLang="zh-CN" dirty="0">
                <a:latin typeface="微软雅黑"/>
                <a:ea typeface="微软雅黑"/>
                <a:sym typeface="微软雅黑"/>
              </a:rPr>
              <a:t>-</a:t>
            </a:r>
            <a:r>
              <a:rPr lang="zh-CN" altLang="en-US" dirty="0">
                <a:latin typeface="微软雅黑"/>
                <a:ea typeface="微软雅黑"/>
                <a:sym typeface="微软雅黑"/>
              </a:rPr>
              <a:t>补充</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1" y="6409550"/>
            <a:ext cx="132921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dirty="0">
                <a:latin typeface="Arial" panose="020B0604020202020204" pitchFamily="34" charset="0"/>
                <a:ea typeface="微软雅黑" panose="020B0503020204020204" pitchFamily="34" charset="-122"/>
                <a:cs typeface="+mn-ea"/>
                <a:sym typeface="Arial" panose="020B0604020202020204" pitchFamily="34" charset="0"/>
              </a:rPr>
              <a:t>7-9</a:t>
            </a: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章习题课</a:t>
            </a:r>
          </a:p>
        </p:txBody>
      </p:sp>
      <p:pic>
        <p:nvPicPr>
          <p:cNvPr id="8" name="图片 7">
            <a:extLst>
              <a:ext uri="{FF2B5EF4-FFF2-40B4-BE49-F238E27FC236}">
                <a16:creationId xmlns:a16="http://schemas.microsoft.com/office/drawing/2014/main" id="{F4C305DC-CE4B-422C-9335-85F52B78F713}"/>
              </a:ext>
            </a:extLst>
          </p:cNvPr>
          <p:cNvPicPr>
            <a:picLocks noChangeAspect="1"/>
          </p:cNvPicPr>
          <p:nvPr/>
        </p:nvPicPr>
        <p:blipFill>
          <a:blip r:embed="rId5"/>
          <a:stretch>
            <a:fillRect/>
          </a:stretch>
        </p:blipFill>
        <p:spPr>
          <a:xfrm>
            <a:off x="4853817" y="1039091"/>
            <a:ext cx="6895174" cy="694069"/>
          </a:xfrm>
          <a:prstGeom prst="rect">
            <a:avLst/>
          </a:prstGeom>
        </p:spPr>
      </p:pic>
    </p:spTree>
    <p:extLst>
      <p:ext uri="{BB962C8B-B14F-4D97-AF65-F5344CB8AC3E}">
        <p14:creationId xmlns:p14="http://schemas.microsoft.com/office/powerpoint/2010/main" val="1634196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FE91311B-A80A-4BF0-A1EF-EE80DF0B396F}"/>
              </a:ext>
            </a:extLst>
          </p:cNvPr>
          <p:cNvPicPr>
            <a:picLocks noChangeAspect="1"/>
          </p:cNvPicPr>
          <p:nvPr/>
        </p:nvPicPr>
        <p:blipFill>
          <a:blip r:embed="rId3"/>
          <a:stretch>
            <a:fillRect/>
          </a:stretch>
        </p:blipFill>
        <p:spPr>
          <a:xfrm>
            <a:off x="694310" y="1039091"/>
            <a:ext cx="4085448" cy="2506383"/>
          </a:xfrm>
          <a:prstGeom prst="rect">
            <a:avLst/>
          </a:prstGeom>
        </p:spPr>
      </p:pic>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19</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lstStyle/>
          <a:p>
            <a:r>
              <a:rPr lang="zh-CN" altLang="en-US" dirty="0">
                <a:latin typeface="微软雅黑"/>
                <a:ea typeface="微软雅黑"/>
                <a:sym typeface="微软雅黑"/>
              </a:rPr>
              <a:t>第八章</a:t>
            </a:r>
            <a:r>
              <a:rPr lang="en-US" altLang="zh-CN" dirty="0">
                <a:latin typeface="微软雅黑"/>
                <a:ea typeface="微软雅黑"/>
                <a:sym typeface="微软雅黑"/>
              </a:rPr>
              <a:t>-</a:t>
            </a:r>
            <a:r>
              <a:rPr lang="zh-CN" altLang="en-US" dirty="0">
                <a:latin typeface="微软雅黑"/>
                <a:ea typeface="微软雅黑"/>
                <a:sym typeface="微软雅黑"/>
              </a:rPr>
              <a:t>补充</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1" y="6409550"/>
            <a:ext cx="132921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dirty="0">
                <a:latin typeface="Arial" panose="020B0604020202020204" pitchFamily="34" charset="0"/>
                <a:ea typeface="微软雅黑" panose="020B0503020204020204" pitchFamily="34" charset="-122"/>
                <a:cs typeface="+mn-ea"/>
                <a:sym typeface="Arial" panose="020B0604020202020204" pitchFamily="34" charset="0"/>
              </a:rPr>
              <a:t>7-9</a:t>
            </a: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章习题课</a:t>
            </a:r>
          </a:p>
        </p:txBody>
      </p:sp>
      <p:pic>
        <p:nvPicPr>
          <p:cNvPr id="10" name="图片 9">
            <a:extLst>
              <a:ext uri="{FF2B5EF4-FFF2-40B4-BE49-F238E27FC236}">
                <a16:creationId xmlns:a16="http://schemas.microsoft.com/office/drawing/2014/main" id="{0A15FB18-946C-44A5-A343-C9FC26BF19CF}"/>
              </a:ext>
            </a:extLst>
          </p:cNvPr>
          <p:cNvPicPr>
            <a:picLocks noChangeAspect="1"/>
          </p:cNvPicPr>
          <p:nvPr/>
        </p:nvPicPr>
        <p:blipFill>
          <a:blip r:embed="rId4"/>
          <a:stretch>
            <a:fillRect/>
          </a:stretch>
        </p:blipFill>
        <p:spPr>
          <a:xfrm>
            <a:off x="6208468" y="1327042"/>
            <a:ext cx="4202419" cy="1353588"/>
          </a:xfrm>
          <a:prstGeom prst="rect">
            <a:avLst/>
          </a:prstGeom>
        </p:spPr>
      </p:pic>
      <p:pic>
        <p:nvPicPr>
          <p:cNvPr id="12" name="图片 11">
            <a:extLst>
              <a:ext uri="{FF2B5EF4-FFF2-40B4-BE49-F238E27FC236}">
                <a16:creationId xmlns:a16="http://schemas.microsoft.com/office/drawing/2014/main" id="{A15E55FC-19D7-44C5-94C5-289568F6DAFA}"/>
              </a:ext>
            </a:extLst>
          </p:cNvPr>
          <p:cNvPicPr>
            <a:picLocks noChangeAspect="1"/>
          </p:cNvPicPr>
          <p:nvPr/>
        </p:nvPicPr>
        <p:blipFill>
          <a:blip r:embed="rId5"/>
          <a:stretch>
            <a:fillRect/>
          </a:stretch>
        </p:blipFill>
        <p:spPr>
          <a:xfrm>
            <a:off x="799877" y="3545474"/>
            <a:ext cx="8655089" cy="1086383"/>
          </a:xfrm>
          <a:prstGeom prst="rect">
            <a:avLst/>
          </a:prstGeom>
        </p:spPr>
      </p:pic>
      <p:pic>
        <p:nvPicPr>
          <p:cNvPr id="14" name="图片 13">
            <a:extLst>
              <a:ext uri="{FF2B5EF4-FFF2-40B4-BE49-F238E27FC236}">
                <a16:creationId xmlns:a16="http://schemas.microsoft.com/office/drawing/2014/main" id="{596B80B5-9600-459F-A0FE-6233F7B1A560}"/>
              </a:ext>
            </a:extLst>
          </p:cNvPr>
          <p:cNvPicPr>
            <a:picLocks noChangeAspect="1"/>
          </p:cNvPicPr>
          <p:nvPr/>
        </p:nvPicPr>
        <p:blipFill>
          <a:blip r:embed="rId6"/>
          <a:stretch>
            <a:fillRect/>
          </a:stretch>
        </p:blipFill>
        <p:spPr>
          <a:xfrm>
            <a:off x="875062" y="4599124"/>
            <a:ext cx="9127159" cy="1620429"/>
          </a:xfrm>
          <a:prstGeom prst="rect">
            <a:avLst/>
          </a:prstGeom>
        </p:spPr>
      </p:pic>
    </p:spTree>
    <p:extLst>
      <p:ext uri="{BB962C8B-B14F-4D97-AF65-F5344CB8AC3E}">
        <p14:creationId xmlns:p14="http://schemas.microsoft.com/office/powerpoint/2010/main" val="762829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20</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normAutofit/>
          </a:bodyPr>
          <a:lstStyle/>
          <a:p>
            <a:r>
              <a:rPr lang="zh-CN" altLang="en-US" dirty="0">
                <a:latin typeface="微软雅黑"/>
                <a:ea typeface="微软雅黑"/>
                <a:sym typeface="微软雅黑"/>
              </a:rPr>
              <a:t>第九章</a:t>
            </a:r>
            <a:r>
              <a:rPr lang="en-US" altLang="zh-CN" dirty="0">
                <a:latin typeface="微软雅黑"/>
                <a:ea typeface="微软雅黑"/>
                <a:sym typeface="微软雅黑"/>
              </a:rPr>
              <a:t>-</a:t>
            </a:r>
            <a:r>
              <a:rPr lang="zh-CN" altLang="en-US" dirty="0">
                <a:latin typeface="微软雅黑"/>
                <a:ea typeface="微软雅黑"/>
                <a:sym typeface="微软雅黑"/>
              </a:rPr>
              <a:t>外排序</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1" y="6409550"/>
            <a:ext cx="132921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dirty="0">
                <a:latin typeface="Arial" panose="020B0604020202020204" pitchFamily="34" charset="0"/>
                <a:ea typeface="微软雅黑" panose="020B0503020204020204" pitchFamily="34" charset="-122"/>
                <a:cs typeface="+mn-ea"/>
                <a:sym typeface="Arial" panose="020B0604020202020204" pitchFamily="34" charset="0"/>
              </a:rPr>
              <a:t>7-9</a:t>
            </a: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章习题课</a:t>
            </a:r>
          </a:p>
        </p:txBody>
      </p:sp>
      <p:sp>
        <p:nvSpPr>
          <p:cNvPr id="5" name="矩形 4">
            <a:extLst>
              <a:ext uri="{FF2B5EF4-FFF2-40B4-BE49-F238E27FC236}">
                <a16:creationId xmlns:a16="http://schemas.microsoft.com/office/drawing/2014/main" id="{476F6088-871E-48F1-BA80-09EDAD0B2A31}"/>
              </a:ext>
            </a:extLst>
          </p:cNvPr>
          <p:cNvSpPr/>
          <p:nvPr/>
        </p:nvSpPr>
        <p:spPr>
          <a:xfrm>
            <a:off x="907913" y="982789"/>
            <a:ext cx="10142708" cy="2552174"/>
          </a:xfrm>
          <a:prstGeom prst="rect">
            <a:avLst/>
          </a:prstGeom>
        </p:spPr>
        <p:txBody>
          <a:bodyPr wrap="square">
            <a:spAutoFit/>
          </a:bodyPr>
          <a:lstStyle/>
          <a:p>
            <a:pPr marL="342900" indent="-342900" algn="just">
              <a:lnSpc>
                <a:spcPct val="150000"/>
              </a:lnSpc>
              <a:spcAft>
                <a:spcPts val="0"/>
              </a:spcAft>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块、文件、记录</a:t>
            </a:r>
            <a:endParaRPr lang="en-US" altLang="zh-CN" sz="2200" kern="100" dirty="0">
              <a:latin typeface="宋体" panose="02010600030101010101" pitchFamily="2" charset="-122"/>
              <a:ea typeface="宋体" panose="02010600030101010101" pitchFamily="2" charset="-122"/>
            </a:endParaRPr>
          </a:p>
          <a:p>
            <a:pPr marL="342900" indent="-342900" algn="just">
              <a:lnSpc>
                <a:spcPct val="150000"/>
              </a:lnSpc>
              <a:spcAft>
                <a:spcPts val="0"/>
              </a:spcAft>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顺串（归并段）</a:t>
            </a:r>
            <a:endParaRPr lang="en-US" altLang="zh-CN" sz="2200" kern="100" dirty="0">
              <a:latin typeface="宋体" panose="02010600030101010101" pitchFamily="2" charset="-122"/>
              <a:ea typeface="宋体" panose="02010600030101010101" pitchFamily="2" charset="-122"/>
            </a:endParaRPr>
          </a:p>
          <a:p>
            <a:pPr marL="342900" indent="-342900" algn="just">
              <a:lnSpc>
                <a:spcPct val="150000"/>
              </a:lnSpc>
              <a:spcAft>
                <a:spcPts val="0"/>
              </a:spcAft>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外排序的基本流程：</a:t>
            </a:r>
            <a:endParaRPr lang="en-US" altLang="zh-CN" sz="2200" kern="100" dirty="0">
              <a:latin typeface="宋体" panose="02010600030101010101" pitchFamily="2" charset="-122"/>
              <a:ea typeface="宋体" panose="02010600030101010101" pitchFamily="2" charset="-122"/>
            </a:endParaRPr>
          </a:p>
          <a:p>
            <a:pPr marL="800100" lvl="1" indent="-342900" algn="just">
              <a:lnSpc>
                <a:spcPct val="150000"/>
              </a:lnSpc>
              <a:buFont typeface="Arial" panose="020B0604020202020204" pitchFamily="34" charset="0"/>
              <a:buChar char="•"/>
            </a:pPr>
            <a:r>
              <a:rPr lang="zh-CN" altLang="en-US" sz="2200" kern="100" dirty="0">
                <a:latin typeface="宋体" panose="02010600030101010101" pitchFamily="2" charset="-122"/>
                <a:ea typeface="宋体" panose="02010600030101010101" pitchFamily="2" charset="-122"/>
              </a:rPr>
              <a:t>置换选择排序</a:t>
            </a:r>
            <a:endParaRPr lang="en-US" altLang="zh-CN" sz="2200" kern="100" dirty="0">
              <a:latin typeface="宋体" panose="02010600030101010101" pitchFamily="2" charset="-122"/>
              <a:ea typeface="宋体" panose="02010600030101010101" pitchFamily="2" charset="-122"/>
            </a:endParaRPr>
          </a:p>
          <a:p>
            <a:pPr marL="800100" lvl="1" indent="-342900" algn="just">
              <a:lnSpc>
                <a:spcPct val="150000"/>
              </a:lnSpc>
              <a:buFont typeface="Arial" panose="020B0604020202020204" pitchFamily="34" charset="0"/>
              <a:buChar char="•"/>
            </a:pPr>
            <a:r>
              <a:rPr lang="zh-CN" altLang="en-US" sz="2200" kern="100">
                <a:latin typeface="宋体" panose="02010600030101010101" pitchFamily="2" charset="-122"/>
                <a:ea typeface="宋体" panose="02010600030101010101" pitchFamily="2" charset="-122"/>
              </a:rPr>
              <a:t>归并排序：最佳归并树，胜者树，败者树</a:t>
            </a:r>
            <a:endParaRPr lang="en-US" altLang="zh-CN" sz="2200" kern="1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6495413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21</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normAutofit/>
          </a:bodyPr>
          <a:lstStyle/>
          <a:p>
            <a:r>
              <a:rPr lang="zh-CN" altLang="en-US" dirty="0">
                <a:latin typeface="微软雅黑"/>
                <a:ea typeface="微软雅黑"/>
                <a:sym typeface="微软雅黑"/>
              </a:rPr>
              <a:t>第九章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1</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1" y="6409550"/>
            <a:ext cx="132921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dirty="0">
                <a:latin typeface="Arial" panose="020B0604020202020204" pitchFamily="34" charset="0"/>
                <a:ea typeface="微软雅黑" panose="020B0503020204020204" pitchFamily="34" charset="-122"/>
                <a:cs typeface="+mn-ea"/>
                <a:sym typeface="Arial" panose="020B0604020202020204" pitchFamily="34" charset="0"/>
              </a:rPr>
              <a:t>7-9</a:t>
            </a: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章习题课</a:t>
            </a:r>
          </a:p>
        </p:txBody>
      </p:sp>
      <p:pic>
        <p:nvPicPr>
          <p:cNvPr id="6" name="图片 5">
            <a:extLst>
              <a:ext uri="{FF2B5EF4-FFF2-40B4-BE49-F238E27FC236}">
                <a16:creationId xmlns:a16="http://schemas.microsoft.com/office/drawing/2014/main" id="{E42888CF-A6DB-479F-A32D-3095DF374C9A}"/>
              </a:ext>
            </a:extLst>
          </p:cNvPr>
          <p:cNvPicPr>
            <a:picLocks noChangeAspect="1"/>
          </p:cNvPicPr>
          <p:nvPr/>
        </p:nvPicPr>
        <p:blipFill>
          <a:blip r:embed="rId3"/>
          <a:stretch>
            <a:fillRect/>
          </a:stretch>
        </p:blipFill>
        <p:spPr>
          <a:xfrm>
            <a:off x="903019" y="1086077"/>
            <a:ext cx="8596745" cy="1887546"/>
          </a:xfrm>
          <a:prstGeom prst="rect">
            <a:avLst/>
          </a:prstGeom>
        </p:spPr>
      </p:pic>
      <p:pic>
        <p:nvPicPr>
          <p:cNvPr id="5" name="图片 4">
            <a:extLst>
              <a:ext uri="{FF2B5EF4-FFF2-40B4-BE49-F238E27FC236}">
                <a16:creationId xmlns:a16="http://schemas.microsoft.com/office/drawing/2014/main" id="{EF7E60C8-5251-43FE-8FB7-903A51D51544}"/>
              </a:ext>
            </a:extLst>
          </p:cNvPr>
          <p:cNvPicPr>
            <a:picLocks noChangeAspect="1"/>
          </p:cNvPicPr>
          <p:nvPr/>
        </p:nvPicPr>
        <p:blipFill>
          <a:blip r:embed="rId4"/>
          <a:stretch>
            <a:fillRect/>
          </a:stretch>
        </p:blipFill>
        <p:spPr>
          <a:xfrm>
            <a:off x="1850812" y="3462957"/>
            <a:ext cx="5832543" cy="2308966"/>
          </a:xfrm>
          <a:prstGeom prst="rect">
            <a:avLst/>
          </a:prstGeom>
        </p:spPr>
      </p:pic>
    </p:spTree>
    <p:extLst>
      <p:ext uri="{BB962C8B-B14F-4D97-AF65-F5344CB8AC3E}">
        <p14:creationId xmlns:p14="http://schemas.microsoft.com/office/powerpoint/2010/main" val="865501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22</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normAutofit/>
          </a:bodyPr>
          <a:lstStyle/>
          <a:p>
            <a:r>
              <a:rPr lang="zh-CN" altLang="en-US" dirty="0">
                <a:latin typeface="微软雅黑"/>
                <a:ea typeface="微软雅黑"/>
                <a:sym typeface="微软雅黑"/>
              </a:rPr>
              <a:t>第九章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1</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1" y="6409550"/>
            <a:ext cx="132921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dirty="0">
                <a:latin typeface="Arial" panose="020B0604020202020204" pitchFamily="34" charset="0"/>
                <a:ea typeface="微软雅黑" panose="020B0503020204020204" pitchFamily="34" charset="-122"/>
                <a:cs typeface="+mn-ea"/>
                <a:sym typeface="Arial" panose="020B0604020202020204" pitchFamily="34" charset="0"/>
              </a:rPr>
              <a:t>7-9</a:t>
            </a: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章习题课</a:t>
            </a:r>
          </a:p>
        </p:txBody>
      </p:sp>
      <p:pic>
        <p:nvPicPr>
          <p:cNvPr id="7" name="图片 6">
            <a:extLst>
              <a:ext uri="{FF2B5EF4-FFF2-40B4-BE49-F238E27FC236}">
                <a16:creationId xmlns:a16="http://schemas.microsoft.com/office/drawing/2014/main" id="{D187BD83-9642-4600-88AA-355F8360A56D}"/>
              </a:ext>
            </a:extLst>
          </p:cNvPr>
          <p:cNvPicPr>
            <a:picLocks noChangeAspect="1"/>
          </p:cNvPicPr>
          <p:nvPr/>
        </p:nvPicPr>
        <p:blipFill>
          <a:blip r:embed="rId3"/>
          <a:stretch>
            <a:fillRect/>
          </a:stretch>
        </p:blipFill>
        <p:spPr>
          <a:xfrm>
            <a:off x="978515" y="993330"/>
            <a:ext cx="8782012" cy="1247525"/>
          </a:xfrm>
          <a:prstGeom prst="rect">
            <a:avLst/>
          </a:prstGeom>
        </p:spPr>
      </p:pic>
      <p:pic>
        <p:nvPicPr>
          <p:cNvPr id="5" name="图片 4">
            <a:extLst>
              <a:ext uri="{FF2B5EF4-FFF2-40B4-BE49-F238E27FC236}">
                <a16:creationId xmlns:a16="http://schemas.microsoft.com/office/drawing/2014/main" id="{3216113B-140E-42BD-8046-69EF5B602BF9}"/>
              </a:ext>
            </a:extLst>
          </p:cNvPr>
          <p:cNvPicPr>
            <a:picLocks noChangeAspect="1"/>
          </p:cNvPicPr>
          <p:nvPr/>
        </p:nvPicPr>
        <p:blipFill>
          <a:blip r:embed="rId4"/>
          <a:stretch>
            <a:fillRect/>
          </a:stretch>
        </p:blipFill>
        <p:spPr>
          <a:xfrm>
            <a:off x="978515" y="2342108"/>
            <a:ext cx="8191764" cy="622766"/>
          </a:xfrm>
          <a:prstGeom prst="rect">
            <a:avLst/>
          </a:prstGeom>
        </p:spPr>
      </p:pic>
      <p:sp>
        <p:nvSpPr>
          <p:cNvPr id="8" name="矩形 7">
            <a:extLst>
              <a:ext uri="{FF2B5EF4-FFF2-40B4-BE49-F238E27FC236}">
                <a16:creationId xmlns:a16="http://schemas.microsoft.com/office/drawing/2014/main" id="{0573D159-1C11-4A9E-9144-FE6091F78EE6}"/>
              </a:ext>
            </a:extLst>
          </p:cNvPr>
          <p:cNvSpPr/>
          <p:nvPr/>
        </p:nvSpPr>
        <p:spPr>
          <a:xfrm>
            <a:off x="978515" y="3086910"/>
            <a:ext cx="10418618" cy="1012457"/>
          </a:xfrm>
          <a:prstGeom prst="rect">
            <a:avLst/>
          </a:prstGeom>
        </p:spPr>
        <p:txBody>
          <a:bodyPr wrap="square">
            <a:spAutoFit/>
          </a:bodyPr>
          <a:lstStyle/>
          <a:p>
            <a:pPr>
              <a:lnSpc>
                <a:spcPct val="150000"/>
              </a:lnSpc>
              <a:spcBef>
                <a:spcPct val="50000"/>
              </a:spcBef>
            </a:pPr>
            <a:r>
              <a:rPr lang="zh-CN" altLang="en-US" dirty="0"/>
              <a:t>言之有理即可，并给出相应的排序流程以及复杂度分析。</a:t>
            </a:r>
            <a:endParaRPr lang="en-US" altLang="zh-CN" dirty="0"/>
          </a:p>
          <a:p>
            <a:pPr>
              <a:lnSpc>
                <a:spcPct val="150000"/>
              </a:lnSpc>
              <a:spcBef>
                <a:spcPct val="50000"/>
              </a:spcBef>
            </a:pPr>
            <a:r>
              <a:rPr lang="zh-CN" altLang="en-US" dirty="0"/>
              <a:t>如：优先队列，快速排序、直接插入排序、冒泡排序等内排序算法的变体。</a:t>
            </a:r>
          </a:p>
        </p:txBody>
      </p:sp>
    </p:spTree>
    <p:extLst>
      <p:ext uri="{BB962C8B-B14F-4D97-AF65-F5344CB8AC3E}">
        <p14:creationId xmlns:p14="http://schemas.microsoft.com/office/powerpoint/2010/main" val="28126429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23</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normAutofit/>
          </a:bodyPr>
          <a:lstStyle/>
          <a:p>
            <a:r>
              <a:rPr lang="zh-CN" altLang="en-US" dirty="0">
                <a:latin typeface="微软雅黑"/>
                <a:ea typeface="微软雅黑"/>
                <a:sym typeface="微软雅黑"/>
              </a:rPr>
              <a:t>第九章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2</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1" y="6409550"/>
            <a:ext cx="132921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dirty="0">
                <a:latin typeface="Arial" panose="020B0604020202020204" pitchFamily="34" charset="0"/>
                <a:ea typeface="微软雅黑" panose="020B0503020204020204" pitchFamily="34" charset="-122"/>
                <a:cs typeface="+mn-ea"/>
                <a:sym typeface="Arial" panose="020B0604020202020204" pitchFamily="34" charset="0"/>
              </a:rPr>
              <a:t>7-9</a:t>
            </a: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章习题课</a:t>
            </a:r>
          </a:p>
        </p:txBody>
      </p:sp>
      <p:pic>
        <p:nvPicPr>
          <p:cNvPr id="7" name="图片 6">
            <a:extLst>
              <a:ext uri="{FF2B5EF4-FFF2-40B4-BE49-F238E27FC236}">
                <a16:creationId xmlns:a16="http://schemas.microsoft.com/office/drawing/2014/main" id="{B92A7FE0-2C94-464D-8287-B25B9DC638D6}"/>
              </a:ext>
            </a:extLst>
          </p:cNvPr>
          <p:cNvPicPr>
            <a:picLocks noChangeAspect="1"/>
          </p:cNvPicPr>
          <p:nvPr/>
        </p:nvPicPr>
        <p:blipFill>
          <a:blip r:embed="rId3"/>
          <a:stretch>
            <a:fillRect/>
          </a:stretch>
        </p:blipFill>
        <p:spPr>
          <a:xfrm>
            <a:off x="956983" y="1086419"/>
            <a:ext cx="8028709" cy="1132849"/>
          </a:xfrm>
          <a:prstGeom prst="rect">
            <a:avLst/>
          </a:prstGeom>
        </p:spPr>
      </p:pic>
      <p:pic>
        <p:nvPicPr>
          <p:cNvPr id="6" name="图片 5" descr="4b6d58b6fc8de35c2806e9ac60453ae">
            <a:extLst>
              <a:ext uri="{FF2B5EF4-FFF2-40B4-BE49-F238E27FC236}">
                <a16:creationId xmlns:a16="http://schemas.microsoft.com/office/drawing/2014/main" id="{FF706515-8AE2-4A11-877D-67194FA7AAC1}"/>
              </a:ext>
            </a:extLst>
          </p:cNvPr>
          <p:cNvPicPr/>
          <p:nvPr/>
        </p:nvPicPr>
        <p:blipFill>
          <a:blip r:embed="rId4"/>
          <a:stretch>
            <a:fillRect/>
          </a:stretch>
        </p:blipFill>
        <p:spPr>
          <a:xfrm>
            <a:off x="5567276" y="1336964"/>
            <a:ext cx="6569305" cy="5057389"/>
          </a:xfrm>
          <a:prstGeom prst="rect">
            <a:avLst/>
          </a:prstGeom>
        </p:spPr>
      </p:pic>
      <p:pic>
        <p:nvPicPr>
          <p:cNvPr id="5" name="图片 4">
            <a:extLst>
              <a:ext uri="{FF2B5EF4-FFF2-40B4-BE49-F238E27FC236}">
                <a16:creationId xmlns:a16="http://schemas.microsoft.com/office/drawing/2014/main" id="{1AEABEEF-03CA-428E-86F8-C0EB3CBA175B}"/>
              </a:ext>
            </a:extLst>
          </p:cNvPr>
          <p:cNvPicPr>
            <a:picLocks noChangeAspect="1"/>
          </p:cNvPicPr>
          <p:nvPr/>
        </p:nvPicPr>
        <p:blipFill>
          <a:blip r:embed="rId5"/>
          <a:stretch>
            <a:fillRect/>
          </a:stretch>
        </p:blipFill>
        <p:spPr>
          <a:xfrm>
            <a:off x="1108362" y="4003964"/>
            <a:ext cx="7402925" cy="982021"/>
          </a:xfrm>
          <a:prstGeom prst="rect">
            <a:avLst/>
          </a:prstGeom>
        </p:spPr>
      </p:pic>
      <p:pic>
        <p:nvPicPr>
          <p:cNvPr id="8" name="图片 7">
            <a:extLst>
              <a:ext uri="{FF2B5EF4-FFF2-40B4-BE49-F238E27FC236}">
                <a16:creationId xmlns:a16="http://schemas.microsoft.com/office/drawing/2014/main" id="{50944AAF-4336-4FAA-989D-1C886B1A62D4}"/>
              </a:ext>
            </a:extLst>
          </p:cNvPr>
          <p:cNvPicPr>
            <a:picLocks noChangeAspect="1"/>
          </p:cNvPicPr>
          <p:nvPr/>
        </p:nvPicPr>
        <p:blipFill>
          <a:blip r:embed="rId6"/>
          <a:stretch>
            <a:fillRect/>
          </a:stretch>
        </p:blipFill>
        <p:spPr>
          <a:xfrm>
            <a:off x="1108362" y="2604307"/>
            <a:ext cx="3070311" cy="1261351"/>
          </a:xfrm>
          <a:prstGeom prst="rect">
            <a:avLst/>
          </a:prstGeom>
        </p:spPr>
      </p:pic>
      <p:sp>
        <p:nvSpPr>
          <p:cNvPr id="9" name="乘号 8">
            <a:extLst>
              <a:ext uri="{FF2B5EF4-FFF2-40B4-BE49-F238E27FC236}">
                <a16:creationId xmlns:a16="http://schemas.microsoft.com/office/drawing/2014/main" id="{5AD6E3F4-B2F2-4AF0-95CC-66B1878467D4}"/>
              </a:ext>
            </a:extLst>
          </p:cNvPr>
          <p:cNvSpPr/>
          <p:nvPr/>
        </p:nvSpPr>
        <p:spPr>
          <a:xfrm>
            <a:off x="3463637" y="1892008"/>
            <a:ext cx="360219" cy="428764"/>
          </a:xfrm>
          <a:prstGeom prst="mathMultiply">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w="12700">
                <a:solidFill>
                  <a:schemeClr val="tx1"/>
                </a:solidFill>
              </a:ln>
            </a:endParaRPr>
          </a:p>
        </p:txBody>
      </p:sp>
    </p:spTree>
    <p:extLst>
      <p:ext uri="{BB962C8B-B14F-4D97-AF65-F5344CB8AC3E}">
        <p14:creationId xmlns:p14="http://schemas.microsoft.com/office/powerpoint/2010/main" val="2621377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24</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normAutofit/>
          </a:bodyPr>
          <a:lstStyle/>
          <a:p>
            <a:r>
              <a:rPr lang="zh-CN" altLang="en-US" dirty="0">
                <a:latin typeface="微软雅黑"/>
                <a:ea typeface="微软雅黑"/>
                <a:sym typeface="微软雅黑"/>
              </a:rPr>
              <a:t>第九章</a:t>
            </a:r>
            <a:r>
              <a:rPr lang="en-US" altLang="zh-CN" dirty="0">
                <a:latin typeface="微软雅黑"/>
                <a:ea typeface="微软雅黑"/>
                <a:sym typeface="微软雅黑"/>
              </a:rPr>
              <a:t>-</a:t>
            </a:r>
            <a:r>
              <a:rPr lang="zh-CN" altLang="en-US" dirty="0">
                <a:latin typeface="微软雅黑"/>
                <a:ea typeface="微软雅黑"/>
                <a:sym typeface="微软雅黑"/>
              </a:rPr>
              <a:t>作业</a:t>
            </a:r>
            <a:r>
              <a:rPr lang="en-US" altLang="zh-CN" dirty="0">
                <a:latin typeface="微软雅黑"/>
                <a:ea typeface="微软雅黑"/>
                <a:sym typeface="微软雅黑"/>
              </a:rPr>
              <a:t>3</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1" y="6409550"/>
            <a:ext cx="132921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dirty="0">
                <a:latin typeface="Arial" panose="020B0604020202020204" pitchFamily="34" charset="0"/>
                <a:ea typeface="微软雅黑" panose="020B0503020204020204" pitchFamily="34" charset="-122"/>
                <a:cs typeface="+mn-ea"/>
                <a:sym typeface="Arial" panose="020B0604020202020204" pitchFamily="34" charset="0"/>
              </a:rPr>
              <a:t>7-9</a:t>
            </a: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章习题课</a:t>
            </a:r>
          </a:p>
        </p:txBody>
      </p:sp>
      <p:pic>
        <p:nvPicPr>
          <p:cNvPr id="6" name="图片 5">
            <a:extLst>
              <a:ext uri="{FF2B5EF4-FFF2-40B4-BE49-F238E27FC236}">
                <a16:creationId xmlns:a16="http://schemas.microsoft.com/office/drawing/2014/main" id="{681494AF-9331-4BDD-BE04-0E233F55A4A6}"/>
              </a:ext>
            </a:extLst>
          </p:cNvPr>
          <p:cNvPicPr>
            <a:picLocks noChangeAspect="1"/>
          </p:cNvPicPr>
          <p:nvPr/>
        </p:nvPicPr>
        <p:blipFill>
          <a:blip r:embed="rId3"/>
          <a:stretch>
            <a:fillRect/>
          </a:stretch>
        </p:blipFill>
        <p:spPr>
          <a:xfrm>
            <a:off x="976746" y="1127394"/>
            <a:ext cx="8372386" cy="1324861"/>
          </a:xfrm>
          <a:prstGeom prst="rect">
            <a:avLst/>
          </a:prstGeom>
        </p:spPr>
      </p:pic>
      <p:sp>
        <p:nvSpPr>
          <p:cNvPr id="7" name="矩形 6">
            <a:extLst>
              <a:ext uri="{FF2B5EF4-FFF2-40B4-BE49-F238E27FC236}">
                <a16:creationId xmlns:a16="http://schemas.microsoft.com/office/drawing/2014/main" id="{C24FD80A-20A9-48C9-92D1-FBA712E1E9BA}"/>
              </a:ext>
            </a:extLst>
          </p:cNvPr>
          <p:cNvSpPr/>
          <p:nvPr/>
        </p:nvSpPr>
        <p:spPr>
          <a:xfrm>
            <a:off x="976746" y="2637647"/>
            <a:ext cx="10418618" cy="458459"/>
          </a:xfrm>
          <a:prstGeom prst="rect">
            <a:avLst/>
          </a:prstGeom>
        </p:spPr>
        <p:txBody>
          <a:bodyPr wrap="square">
            <a:spAutoFit/>
          </a:bodyPr>
          <a:lstStyle/>
          <a:p>
            <a:pPr>
              <a:lnSpc>
                <a:spcPct val="150000"/>
              </a:lnSpc>
              <a:spcBef>
                <a:spcPct val="50000"/>
              </a:spcBef>
            </a:pPr>
            <a:r>
              <a:rPr lang="zh-CN" altLang="en-US" dirty="0"/>
              <a:t>外存的数据访问</a:t>
            </a:r>
            <a:r>
              <a:rPr lang="zh-CN" altLang="en-US" dirty="0">
                <a:solidFill>
                  <a:srgbClr val="FF0000"/>
                </a:solidFill>
                <a:latin typeface="微软雅黑" panose="020B0503020204020204" pitchFamily="34" charset="-122"/>
                <a:ea typeface="微软雅黑" panose="020B0503020204020204" pitchFamily="34" charset="-122"/>
              </a:rPr>
              <a:t>以块</a:t>
            </a:r>
            <a:r>
              <a:rPr lang="en-US" altLang="zh-CN" dirty="0">
                <a:solidFill>
                  <a:srgbClr val="FF0000"/>
                </a:solidFill>
                <a:latin typeface="微软雅黑" panose="020B0503020204020204" pitchFamily="34" charset="-122"/>
                <a:ea typeface="微软雅黑" panose="020B0503020204020204" pitchFamily="34" charset="-122"/>
              </a:rPr>
              <a:t>(Block)</a:t>
            </a:r>
            <a:r>
              <a:rPr lang="zh-CN" altLang="en-US" dirty="0">
                <a:solidFill>
                  <a:srgbClr val="FF0000"/>
                </a:solidFill>
                <a:latin typeface="微软雅黑" panose="020B0503020204020204" pitchFamily="34" charset="-122"/>
                <a:ea typeface="微软雅黑" panose="020B0503020204020204" pitchFamily="34" charset="-122"/>
              </a:rPr>
              <a:t>为单位进行</a:t>
            </a:r>
            <a:r>
              <a:rPr lang="zh-CN" altLang="en-US" dirty="0"/>
              <a:t>，从而减少外存的定位次数，进而减少外存读写的时间耗费</a:t>
            </a:r>
          </a:p>
        </p:txBody>
      </p:sp>
      <p:pic>
        <p:nvPicPr>
          <p:cNvPr id="8" name="图片 7">
            <a:extLst>
              <a:ext uri="{FF2B5EF4-FFF2-40B4-BE49-F238E27FC236}">
                <a16:creationId xmlns:a16="http://schemas.microsoft.com/office/drawing/2014/main" id="{2610DB23-7C1B-462F-B9AA-0E8D2D53A5F7}"/>
              </a:ext>
            </a:extLst>
          </p:cNvPr>
          <p:cNvPicPr>
            <a:picLocks noChangeAspect="1"/>
          </p:cNvPicPr>
          <p:nvPr/>
        </p:nvPicPr>
        <p:blipFill>
          <a:blip r:embed="rId4"/>
          <a:stretch>
            <a:fillRect/>
          </a:stretch>
        </p:blipFill>
        <p:spPr>
          <a:xfrm>
            <a:off x="976746" y="3724481"/>
            <a:ext cx="10648901" cy="1955921"/>
          </a:xfrm>
          <a:prstGeom prst="rect">
            <a:avLst/>
          </a:prstGeom>
        </p:spPr>
      </p:pic>
    </p:spTree>
    <p:extLst>
      <p:ext uri="{BB962C8B-B14F-4D97-AF65-F5344CB8AC3E}">
        <p14:creationId xmlns:p14="http://schemas.microsoft.com/office/powerpoint/2010/main" val="33308263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25</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normAutofit/>
          </a:bodyPr>
          <a:lstStyle/>
          <a:p>
            <a:r>
              <a:rPr lang="zh-CN" altLang="en-US" dirty="0">
                <a:latin typeface="微软雅黑"/>
                <a:ea typeface="微软雅黑"/>
                <a:sym typeface="微软雅黑"/>
              </a:rPr>
              <a:t>第九章</a:t>
            </a:r>
            <a:r>
              <a:rPr lang="en-US" altLang="zh-CN" dirty="0">
                <a:latin typeface="微软雅黑"/>
                <a:ea typeface="微软雅黑"/>
                <a:sym typeface="微软雅黑"/>
              </a:rPr>
              <a:t>-</a:t>
            </a:r>
            <a:r>
              <a:rPr lang="zh-CN" altLang="en-US" dirty="0">
                <a:latin typeface="微软雅黑"/>
                <a:ea typeface="微软雅黑"/>
                <a:sym typeface="微软雅黑"/>
              </a:rPr>
              <a:t>扫雪机原理</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1" y="6409550"/>
            <a:ext cx="132921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dirty="0">
                <a:latin typeface="Arial" panose="020B0604020202020204" pitchFamily="34" charset="0"/>
                <a:ea typeface="微软雅黑" panose="020B0503020204020204" pitchFamily="34" charset="-122"/>
                <a:cs typeface="+mn-ea"/>
                <a:sym typeface="Arial" panose="020B0604020202020204" pitchFamily="34" charset="0"/>
              </a:rPr>
              <a:t>7-9</a:t>
            </a: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章习题课</a:t>
            </a:r>
          </a:p>
        </p:txBody>
      </p:sp>
      <p:pic>
        <p:nvPicPr>
          <p:cNvPr id="8" name="图片 7">
            <a:extLst>
              <a:ext uri="{FF2B5EF4-FFF2-40B4-BE49-F238E27FC236}">
                <a16:creationId xmlns:a16="http://schemas.microsoft.com/office/drawing/2014/main" id="{40A621BB-8157-4AF7-B6F6-EB4BD6B8C38A}"/>
              </a:ext>
            </a:extLst>
          </p:cNvPr>
          <p:cNvPicPr>
            <a:picLocks noChangeAspect="1"/>
          </p:cNvPicPr>
          <p:nvPr/>
        </p:nvPicPr>
        <p:blipFill>
          <a:blip r:embed="rId3"/>
          <a:stretch>
            <a:fillRect/>
          </a:stretch>
        </p:blipFill>
        <p:spPr>
          <a:xfrm>
            <a:off x="622425" y="1009165"/>
            <a:ext cx="7738793" cy="680050"/>
          </a:xfrm>
          <a:prstGeom prst="rect">
            <a:avLst/>
          </a:prstGeom>
        </p:spPr>
      </p:pic>
      <p:pic>
        <p:nvPicPr>
          <p:cNvPr id="9" name="图片 8">
            <a:extLst>
              <a:ext uri="{FF2B5EF4-FFF2-40B4-BE49-F238E27FC236}">
                <a16:creationId xmlns:a16="http://schemas.microsoft.com/office/drawing/2014/main" id="{002AC011-B1FC-494A-9CA9-27DEE9F79D06}"/>
              </a:ext>
            </a:extLst>
          </p:cNvPr>
          <p:cNvPicPr>
            <a:picLocks noChangeAspect="1"/>
          </p:cNvPicPr>
          <p:nvPr/>
        </p:nvPicPr>
        <p:blipFill>
          <a:blip r:embed="rId4"/>
          <a:stretch>
            <a:fillRect/>
          </a:stretch>
        </p:blipFill>
        <p:spPr>
          <a:xfrm>
            <a:off x="689324" y="1837293"/>
            <a:ext cx="8316467" cy="2611783"/>
          </a:xfrm>
          <a:prstGeom prst="rect">
            <a:avLst/>
          </a:prstGeom>
        </p:spPr>
      </p:pic>
      <p:pic>
        <p:nvPicPr>
          <p:cNvPr id="10" name="图片 9">
            <a:extLst>
              <a:ext uri="{FF2B5EF4-FFF2-40B4-BE49-F238E27FC236}">
                <a16:creationId xmlns:a16="http://schemas.microsoft.com/office/drawing/2014/main" id="{96A41202-7946-4DA5-9122-D83365781468}"/>
              </a:ext>
            </a:extLst>
          </p:cNvPr>
          <p:cNvPicPr>
            <a:picLocks noChangeAspect="1"/>
          </p:cNvPicPr>
          <p:nvPr/>
        </p:nvPicPr>
        <p:blipFill>
          <a:blip r:embed="rId5"/>
          <a:stretch>
            <a:fillRect/>
          </a:stretch>
        </p:blipFill>
        <p:spPr>
          <a:xfrm>
            <a:off x="689324" y="4506323"/>
            <a:ext cx="8035563" cy="1830783"/>
          </a:xfrm>
          <a:prstGeom prst="rect">
            <a:avLst/>
          </a:prstGeom>
        </p:spPr>
      </p:pic>
      <p:pic>
        <p:nvPicPr>
          <p:cNvPr id="12" name="图片 11">
            <a:extLst>
              <a:ext uri="{FF2B5EF4-FFF2-40B4-BE49-F238E27FC236}">
                <a16:creationId xmlns:a16="http://schemas.microsoft.com/office/drawing/2014/main" id="{D10AAA95-67B2-43E7-86D0-CF95EEB81F4A}"/>
              </a:ext>
            </a:extLst>
          </p:cNvPr>
          <p:cNvPicPr>
            <a:picLocks noChangeAspect="1"/>
          </p:cNvPicPr>
          <p:nvPr/>
        </p:nvPicPr>
        <p:blipFill>
          <a:blip r:embed="rId6"/>
          <a:stretch>
            <a:fillRect/>
          </a:stretch>
        </p:blipFill>
        <p:spPr>
          <a:xfrm>
            <a:off x="9345122" y="2136624"/>
            <a:ext cx="2659610" cy="2141406"/>
          </a:xfrm>
          <a:prstGeom prst="rect">
            <a:avLst/>
          </a:prstGeom>
        </p:spPr>
      </p:pic>
    </p:spTree>
    <p:extLst>
      <p:ext uri="{BB962C8B-B14F-4D97-AF65-F5344CB8AC3E}">
        <p14:creationId xmlns:p14="http://schemas.microsoft.com/office/powerpoint/2010/main" val="12968315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203DAC0-ADFC-456F-9B3F-ED92B735CD8E}"/>
              </a:ext>
            </a:extLst>
          </p:cNvPr>
          <p:cNvSpPr>
            <a:spLocks noGrp="1"/>
          </p:cNvSpPr>
          <p:nvPr>
            <p:ph type="sldNum" sz="quarter" idx="4"/>
          </p:nvPr>
        </p:nvSpPr>
        <p:spPr/>
        <p:txBody>
          <a:bodyPr/>
          <a:lstStyle/>
          <a:p>
            <a:r>
              <a:rPr lang="en-US" altLang="zh-CN">
                <a:sym typeface="Arial" panose="020B0604020202020204" pitchFamily="34" charset="0"/>
              </a:rPr>
              <a:t>&lt; </a:t>
            </a:r>
            <a:fld id="{A548B57D-AE10-4CF7-A9DF-59FEFA91B28E}" type="slidenum">
              <a:rPr lang="zh-CN" altLang="en-US" smtClean="0">
                <a:sym typeface="Arial" panose="020B0604020202020204" pitchFamily="34" charset="0"/>
              </a:rPr>
              <a:pPr/>
              <a:t>26</a:t>
            </a:fld>
            <a:r>
              <a:rPr lang="zh-CN" altLang="en-US">
                <a:sym typeface="Arial" panose="020B0604020202020204" pitchFamily="34" charset="0"/>
              </a:rPr>
              <a:t> </a:t>
            </a:r>
            <a:r>
              <a:rPr lang="en-US" altLang="zh-CN">
                <a:sym typeface="Arial" panose="020B0604020202020204" pitchFamily="34" charset="0"/>
              </a:rPr>
              <a:t>&gt;</a:t>
            </a:r>
            <a:endParaRPr lang="zh-CN" altLang="en-US" dirty="0">
              <a:sym typeface="Arial" panose="020B0604020202020204" pitchFamily="34" charset="0"/>
            </a:endParaRPr>
          </a:p>
        </p:txBody>
      </p:sp>
      <p:sp>
        <p:nvSpPr>
          <p:cNvPr id="4" name="标题 3">
            <a:extLst>
              <a:ext uri="{FF2B5EF4-FFF2-40B4-BE49-F238E27FC236}">
                <a16:creationId xmlns:a16="http://schemas.microsoft.com/office/drawing/2014/main" id="{8C665839-0726-4FA3-BD04-F0C8450DAAA5}"/>
              </a:ext>
            </a:extLst>
          </p:cNvPr>
          <p:cNvSpPr>
            <a:spLocks noGrp="1"/>
          </p:cNvSpPr>
          <p:nvPr>
            <p:ph type="title"/>
          </p:nvPr>
        </p:nvSpPr>
        <p:spPr/>
        <p:txBody>
          <a:bodyPr>
            <a:normAutofit/>
          </a:bodyPr>
          <a:lstStyle/>
          <a:p>
            <a:r>
              <a:rPr lang="zh-CN" altLang="en-US" dirty="0">
                <a:latin typeface="微软雅黑"/>
                <a:ea typeface="微软雅黑"/>
                <a:sym typeface="微软雅黑"/>
              </a:rPr>
              <a:t>第九章</a:t>
            </a:r>
            <a:r>
              <a:rPr lang="en-US" altLang="zh-CN" dirty="0">
                <a:latin typeface="微软雅黑"/>
                <a:ea typeface="微软雅黑"/>
                <a:sym typeface="微软雅黑"/>
              </a:rPr>
              <a:t>-</a:t>
            </a:r>
            <a:r>
              <a:rPr lang="zh-CN" altLang="en-US" dirty="0">
                <a:latin typeface="微软雅黑"/>
                <a:ea typeface="微软雅黑"/>
                <a:sym typeface="微软雅黑"/>
              </a:rPr>
              <a:t>扫雪机原理</a:t>
            </a:r>
            <a:endParaRPr lang="zh-CN" altLang="en-US" dirty="0">
              <a:sym typeface="Arial" panose="020B0604020202020204" pitchFamily="34" charset="0"/>
            </a:endParaRPr>
          </a:p>
        </p:txBody>
      </p:sp>
      <p:sp>
        <p:nvSpPr>
          <p:cNvPr id="2" name="文本框 1">
            <a:extLst>
              <a:ext uri="{FF2B5EF4-FFF2-40B4-BE49-F238E27FC236}">
                <a16:creationId xmlns:a16="http://schemas.microsoft.com/office/drawing/2014/main" id="{B0BF7C8A-1EFB-493A-BB39-E3819C70BB19}"/>
              </a:ext>
            </a:extLst>
          </p:cNvPr>
          <p:cNvSpPr txBox="1"/>
          <p:nvPr/>
        </p:nvSpPr>
        <p:spPr>
          <a:xfrm>
            <a:off x="521601" y="6409550"/>
            <a:ext cx="1329211" cy="276999"/>
          </a:xfrm>
          <a:prstGeom prst="rect">
            <a:avLst/>
          </a:prstGeom>
          <a:solidFill>
            <a:schemeClr val="bg1"/>
          </a:solidFill>
        </p:spPr>
        <p:txBody>
          <a:bodyPr wrap="none" rtlCol="0">
            <a:spAutoFit/>
          </a:bodyPr>
          <a:lstStyle/>
          <a:p>
            <a:pPr algn="ct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数算</a:t>
            </a:r>
            <a:r>
              <a:rPr lang="en-US" altLang="zh-CN" sz="1200" dirty="0">
                <a:latin typeface="Arial" panose="020B0604020202020204" pitchFamily="34" charset="0"/>
                <a:ea typeface="微软雅黑" panose="020B0503020204020204" pitchFamily="34" charset="-122"/>
                <a:cs typeface="+mn-ea"/>
                <a:sym typeface="Arial" panose="020B0604020202020204" pitchFamily="34" charset="0"/>
              </a:rPr>
              <a:t>7-9</a:t>
            </a:r>
            <a:r>
              <a:rPr lang="zh-CN" altLang="en-US" sz="1200" dirty="0">
                <a:latin typeface="Arial" panose="020B0604020202020204" pitchFamily="34" charset="0"/>
                <a:ea typeface="微软雅黑" panose="020B0503020204020204" pitchFamily="34" charset="-122"/>
                <a:cs typeface="+mn-ea"/>
                <a:sym typeface="Arial" panose="020B0604020202020204" pitchFamily="34" charset="0"/>
              </a:rPr>
              <a:t>章习题课</a:t>
            </a:r>
          </a:p>
        </p:txBody>
      </p:sp>
      <p:pic>
        <p:nvPicPr>
          <p:cNvPr id="8" name="图片 7">
            <a:extLst>
              <a:ext uri="{FF2B5EF4-FFF2-40B4-BE49-F238E27FC236}">
                <a16:creationId xmlns:a16="http://schemas.microsoft.com/office/drawing/2014/main" id="{40A621BB-8157-4AF7-B6F6-EB4BD6B8C38A}"/>
              </a:ext>
            </a:extLst>
          </p:cNvPr>
          <p:cNvPicPr>
            <a:picLocks noChangeAspect="1"/>
          </p:cNvPicPr>
          <p:nvPr/>
        </p:nvPicPr>
        <p:blipFill>
          <a:blip r:embed="rId3"/>
          <a:stretch>
            <a:fillRect/>
          </a:stretch>
        </p:blipFill>
        <p:spPr>
          <a:xfrm>
            <a:off x="622425" y="1009165"/>
            <a:ext cx="7738793" cy="680050"/>
          </a:xfrm>
          <a:prstGeom prst="rect">
            <a:avLst/>
          </a:prstGeom>
        </p:spPr>
      </p:pic>
      <p:pic>
        <p:nvPicPr>
          <p:cNvPr id="5" name="图片 4">
            <a:extLst>
              <a:ext uri="{FF2B5EF4-FFF2-40B4-BE49-F238E27FC236}">
                <a16:creationId xmlns:a16="http://schemas.microsoft.com/office/drawing/2014/main" id="{569AD2DA-F685-41B6-8605-43A244C7CBE3}"/>
              </a:ext>
            </a:extLst>
          </p:cNvPr>
          <p:cNvPicPr>
            <a:picLocks noChangeAspect="1"/>
          </p:cNvPicPr>
          <p:nvPr/>
        </p:nvPicPr>
        <p:blipFill>
          <a:blip r:embed="rId4"/>
          <a:stretch>
            <a:fillRect/>
          </a:stretch>
        </p:blipFill>
        <p:spPr>
          <a:xfrm>
            <a:off x="879764" y="2422396"/>
            <a:ext cx="6368856" cy="2320636"/>
          </a:xfrm>
          <a:prstGeom prst="rect">
            <a:avLst/>
          </a:prstGeom>
        </p:spPr>
      </p:pic>
      <p:pic>
        <p:nvPicPr>
          <p:cNvPr id="6" name="图片 5">
            <a:extLst>
              <a:ext uri="{FF2B5EF4-FFF2-40B4-BE49-F238E27FC236}">
                <a16:creationId xmlns:a16="http://schemas.microsoft.com/office/drawing/2014/main" id="{980824D8-64B8-4C08-9C09-1D5E6525BF60}"/>
              </a:ext>
            </a:extLst>
          </p:cNvPr>
          <p:cNvPicPr>
            <a:picLocks noChangeAspect="1"/>
          </p:cNvPicPr>
          <p:nvPr/>
        </p:nvPicPr>
        <p:blipFill>
          <a:blip r:embed="rId5"/>
          <a:stretch>
            <a:fillRect/>
          </a:stretch>
        </p:blipFill>
        <p:spPr>
          <a:xfrm>
            <a:off x="8519774" y="2467331"/>
            <a:ext cx="3056616" cy="2471813"/>
          </a:xfrm>
          <a:prstGeom prst="rect">
            <a:avLst/>
          </a:prstGeom>
        </p:spPr>
      </p:pic>
    </p:spTree>
    <p:extLst>
      <p:ext uri="{BB962C8B-B14F-4D97-AF65-F5344CB8AC3E}">
        <p14:creationId xmlns:p14="http://schemas.microsoft.com/office/powerpoint/2010/main" val="181513973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sz="2000" dirty="0" smtClean="0">
            <a:latin typeface="Arial" panose="020B0604020202020204" pitchFamily="34" charset="0"/>
            <a:ea typeface="微软雅黑" panose="020B0503020204020204" pitchFamily="34" charset="-122"/>
            <a:cs typeface="+mn-ea"/>
            <a:sym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6364</TotalTime>
  <Words>888</Words>
  <Application>Microsoft Office PowerPoint</Application>
  <PresentationFormat>宽屏</PresentationFormat>
  <Paragraphs>148</Paragraphs>
  <Slides>26</Slides>
  <Notes>26</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26</vt:i4>
      </vt:variant>
    </vt:vector>
  </HeadingPairs>
  <TitlesOfParts>
    <vt:vector size="36" baseType="lpstr">
      <vt:lpstr>等线</vt:lpstr>
      <vt:lpstr>等线 Light</vt:lpstr>
      <vt:lpstr>经典圆体简</vt:lpstr>
      <vt:lpstr>宋体</vt:lpstr>
      <vt:lpstr>宋体</vt:lpstr>
      <vt:lpstr>Microsoft YaHei</vt:lpstr>
      <vt:lpstr>Microsoft YaHei</vt:lpstr>
      <vt:lpstr>Arial</vt:lpstr>
      <vt:lpstr>Office 主题​​</vt:lpstr>
      <vt:lpstr>自定义设计方案</vt:lpstr>
      <vt:lpstr>PowerPoint 演示文稿</vt:lpstr>
      <vt:lpstr>第七章-图</vt:lpstr>
      <vt:lpstr>第七章-作业1</vt:lpstr>
      <vt:lpstr>第七章-作业2</vt:lpstr>
      <vt:lpstr>第七章-作业2</vt:lpstr>
      <vt:lpstr>第七章-作业2</vt:lpstr>
      <vt:lpstr>第七章-作业2</vt:lpstr>
      <vt:lpstr>第七章-作业2</vt:lpstr>
      <vt:lpstr>第七章-作业3</vt:lpstr>
      <vt:lpstr>第八章-内排序</vt:lpstr>
      <vt:lpstr>第八章-作业1</vt:lpstr>
      <vt:lpstr>第八章-作业2</vt:lpstr>
      <vt:lpstr>第八章-作业3</vt:lpstr>
      <vt:lpstr>第八章-补充</vt:lpstr>
      <vt:lpstr>第八章-补充</vt:lpstr>
      <vt:lpstr>第八章-补充</vt:lpstr>
      <vt:lpstr>第八章-补充</vt:lpstr>
      <vt:lpstr>第八章-补充</vt:lpstr>
      <vt:lpstr>第八章-补充</vt:lpstr>
      <vt:lpstr>第九章-外排序</vt:lpstr>
      <vt:lpstr>第九章-作业1</vt:lpstr>
      <vt:lpstr>第九章-作业1</vt:lpstr>
      <vt:lpstr>第九章-作业2</vt:lpstr>
      <vt:lpstr>第九章-作业3</vt:lpstr>
      <vt:lpstr>第九章-扫雪机原理</vt:lpstr>
      <vt:lpstr>第九章-扫雪机原理</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 T</dc:creator>
  <cp:lastModifiedBy>HP</cp:lastModifiedBy>
  <cp:revision>349</cp:revision>
  <dcterms:created xsi:type="dcterms:W3CDTF">2020-05-26T03:03:48Z</dcterms:created>
  <dcterms:modified xsi:type="dcterms:W3CDTF">2021-12-17T00:57:29Z</dcterms:modified>
</cp:coreProperties>
</file>