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第12章　高级数据结构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多维数组与稀疏矩阵 · 广义表与存储管理 · Trie · 改进的 BST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本章是四条独立的线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12.1 多维数组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地址公式、特殊矩阵的压缩、稀疏矩阵的十字链表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12.2 广义表与存储管理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元素可以是表；可利用空间表、动态分配、垃圾回收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12.3 Trie 与 Patricia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换一种「分解」：按关键码的位分层，而不是按对象比较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12.4 改进的二叉搜索树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最佳 BST（动态规划）、AVL 树、伸展树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四条线共同的主题：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当基本结构不够用时，加什么、代价是什么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12.1 多维数组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地址公式与稀疏矩阵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12.1.1 多维数组的存储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多维数组是一维数组的扩充：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数组的数组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。元素类型相同、个数相对固定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一旦生成通常只改值、不改相对位置和个数，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因此自然采用顺序存储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把数组按某种周游次序排成线性序列就能顺序存放：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C++ 和 Pascal 按行优先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：先排最右的下标，从右往左排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FORTRAN 按列优先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：先排最左下标，公式左右对调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每个元素的定位时间相同，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所以数组是随机存储结构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定位前仍要逐维检查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0 ≤ jᵢ &lt; dᵢ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公式本身不会替程序发现越界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int A[2][3][4]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里 </a:t>
            </a: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A[1][2][3]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的偏移（行优先）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954"/>
                <a:gridCol w="2141954"/>
                <a:gridCol w="4283908"/>
                <a:gridCol w="2490021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下标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后续维大小的乘积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贡献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 × 4 = 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合计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23 个元素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int 占 4 字节则字节偏移 92。霍纳法：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((1*3+2)*4+3)*4 = 92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一边读下标一边累乘，不必预存跨度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怎么验证「行优先 vs 列优先」写对了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列优先不是把答案随意反过来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，而是把最左下标当作变化最快的一维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2×3×4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形状按列优先存，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[1,2,3]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的偏移是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1 + 2×2 + 3×(2×3) = 23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这个角落碰巧仍是 23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拿它测试，两种布局都能过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换成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[1,0,0]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就能分辨：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行优先是 12，列优先是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测试布局时应该选这种能区分规则的下标。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这条方法论适用于所有「两种实现在某些输入上碰巧一致」的场合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12.1.2 特殊矩阵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三角矩阵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阶上三角（或下三角）里，对角线一侧全是 0 或常数 c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只需存另一侧加上那个常数，共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(n²+n)/2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个单元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下三角的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a[i][j]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（i ≥ j）：前面有 i 行共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(i²+i)/2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个非零元，再加本行的 j → 下标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(i²+i)/2 + j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对称矩阵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a[i][j] = a[j][i]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，只存下三角（含对角线）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 ≥ j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时下标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(i²+i)/2 + j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，否则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(j²+j)/2 + 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4 阶下三角按行压缩后的区间是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[0]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[1..2]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[3..5]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[6..9]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a[3][1]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落在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6 + 1 = 7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；上三角的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a[1][3]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先换成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a[3][1]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，仍读下标 7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先判断三角区域、再套公式，比背两套公式容易核对。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12.1.3 稀疏矩阵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m×n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矩阵里有 t 个非零元，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稀疏因子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δ = t/(mn)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；通常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δ &lt; 0.05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就按稀疏处理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这时不应再分配整块二维数组，改存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三元组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(行, 列, 值)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的线性表，或用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十字链表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十字链表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：每个非零元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同时挂在一条行链和一条列链上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，便于按行、按列遍历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现代数值计算更常用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COO（三元组）、CSR（压缩稀疏行）、CSC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它们连续存储、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缓存局部性更好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，但动态插入通常需要批量重建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十字链表适合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需要频繁按行、按列更新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的场合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三种存法的代价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039"/>
                <a:gridCol w="2047747"/>
                <a:gridCol w="3139880"/>
                <a:gridCol w="3481171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整块二维数组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三元组线性表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十字链表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存储量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mn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O(t)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O(t)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，每元多一个指针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取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a[i][j]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12395B"/>
                          </a:solidFill>
                          <a:latin typeface="Consolas"/>
                          <a:ea typeface="Consolas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O(log t)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O(该行非零元数)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按列扫一遍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O(m)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O(t)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，要滤掉别的列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12395B"/>
                          </a:solidFill>
                          <a:latin typeface="Consolas"/>
                          <a:ea typeface="Consolas"/>
                        </a:rPr>
                        <a:t>O(该列非零元数)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插入一个非零元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O(t)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，要挪后面的项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12395B"/>
                          </a:solidFill>
                          <a:latin typeface="Consolas"/>
                          <a:ea typeface="Consolas"/>
                        </a:rPr>
                        <a:t>O(行内+列内定位)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第二行是十字链表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吃亏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的地方，第三、第四行才是它存在的理由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十字链表：一次改动要动两条链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结点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(2,1,5)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在第 2 行链里可能是唯一结点，在第 1 列链里却接在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(0,1,8)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后面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删掉它必须做两次摘链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：第 2 行头改为空，第 1 列中让 8 的下继越过 5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只改一条链，按行和按列看到的就不再是同一个矩阵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插入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(0,1,9)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也不能再造一个同坐标结点，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应找到旧结点并覆盖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所以测试十字链表至少要查四件事：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新坐标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同时出现在两条链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；覆盖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不增加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非零元数；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赋值为 0 等价于删除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；删除后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两条链都找不到它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⚠️ 两条链都是裸指针，析构沿行链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迭代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释放 ——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unique_ptr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串链时非零元一多，递归析构就会压穿栈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12.2 广义表和存储管理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元素可以是表；以及内存自己怎么管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12.2.1 广义表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线性表的元素是不可再分的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原子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。广义表放宽这条：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元素可以是原子，也可以是另一个表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按是否共享、是否有环分三种：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纯表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树（每个子表只出现一次）；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再入表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有向无环图（子表可共享）；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循环表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有环图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是第一个元素，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是去掉表头后剩下的那个表。空表既没有头也没有尾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任何非空广义表都可以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唯一地拆成「头 + 尾」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，所以递归算法与定义天然对上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表一旦共享，释放时就必须处理别名，不能只按树来递归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delete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现代说法：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嵌套对象、对象图、共享 DAG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编译器 AST、JSON 嵌套值都是它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长度、深度、原子数是三个不同的指标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 = (a, (b,c), d)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head(L) = 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tail(L) = ((b,c), d)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；对子表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(b,c)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，头是 b、尾是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(c)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长度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只数最外层的三个元素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3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深度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要进入子表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原子数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遍历所有层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4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三个指标回答不同问题，不能从括号或逗号数机械推出来。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12.2.2–12.2.3 存储管理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可利用空间表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（free list）：结点复用。原书用重载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new/delete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加一条全局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avail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问题是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所有对象共享隐式全局状态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；本书改成显式的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索引句柄池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acquire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从空闲栈弹一个下标，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release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推回去；耗尽返回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nullopt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不同长度的空闲块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要复杂得多：分配要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按长度检索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并截取；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回收时必须考虑能否与相邻块合并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，否则满足不了后来的大请求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长期运行会产生碎片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许多小块因太小而长期得不到使用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空闲块要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自带「身份证」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：标记位、链表指针、块长度；通常用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双链表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12.2.4 无用单元回收：两种办法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分配失败时可以：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直接拒绝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压缩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（把已分配块搬到一起）、或者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垃圾回收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引用计数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：每个对象记有多少指针指着它，减到零就释放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实现简单，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但对象互相指形成环时，计数永远掉不到零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泄漏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标记–清除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：从一组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出发走遍所有还能碰到的对象并打标记，再扫一遍堆回收未标记的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能处理环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，但要求能从根集走到每一个活对象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而且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要能区分「这是指针」和「这只是一个看起来像地址的整数」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判生死的是「可达性」，不是入度或引用数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这正是循环引用能被整组收回的原因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标记–清除走一遍（根集只有 R→A→B，另有 C↔D 互指）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468"/>
                <a:gridCol w="1983468"/>
                <a:gridCol w="1983468"/>
                <a:gridCol w="5107432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阶段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待处理栈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已标记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动作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放入根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根先标记再入栈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弹出 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A、B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沿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 → B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发现 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弹出 B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A、B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标记阶段结束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清扫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A、B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保留 A、B；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回收 C、D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C、D 各有一个入边，却从任何根都走不到 —— 引用计数收不回，标记–清除照收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实现上的两条要求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① 一定要「先标记、再入栈」。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若等到弹出时才标，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环或菱形共享会把同一结点反复压栈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结果也许仍对，但空间和时间可能失控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② 标记阶段用显式栈而不是递归。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垃圾回收恰恰是在内存吃紧时跑的，那时最不该再去吃调用栈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测试里有 20 万个对象的深链，递归标记必然压穿栈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本书的实现仍然是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教学模型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：没有栈扫描、没有写屏障、没有分代，也不区分指针与整数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而那恰恰是真实垃圾回收器最难的部分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12.3 Trie 结构和 Patricia 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换一种「分解」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Trie 与 BST 分属两种「分解」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BST 基于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对象空间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分解 —— 范围的分界由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存进树里的关键码值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决定，所以树形依赖插入顺序。Trie 基于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关键码空间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分解 —— 分界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预先定死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，与插入顺序无关。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12.3 Trie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BST 的树结构与输入数据的顺序有很大关系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按升序输入会退化成线性表，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要消除这种不平衡，最根本的办法是改变关键码的划分方式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在关键码范围内，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对树结构中每一个结点预定义划分位置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产生的树不依赖于插入顺序，其深度只受关键码精度的影响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关键码是 0–255 的整数时精度是 8 位，两个只在最低位不同的关键码要到第 8 次划分才分开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trie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一词来源于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retrieval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暗示了它的主要应用：信息检索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与 B+ 树一样，Trie 内部结点仅作占位符引导检索，数据记录只存储在叶结点中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Trie 的前提，以及它的不平衡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Trie 基于两个原则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：① 关键码集合是固定的；② 能够对结点进行分层标记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元素可用 0–9 标记时，根就分出 10 个子结点，每个再分 10 个，直到全部区分开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公共前缀在树里只存一次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特别适合字典、IP 路由这种「按前缀分类」的问题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查找时间与关键码长度成正比，与表里有多少个词关系不大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这是它与 BST 的根本差别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但这种结构并不能保证树是平衡的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若根结点选得不合适，导致所有关键码都小于根，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右子树将没有任何元素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这是因为关键码分布得很不均衡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Patricia 树就是来压掉这些单路径的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12.4 改进的二叉搜索树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最佳 BST、AVL、伸展树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12.4.1 最佳二叉搜索树：先数一数有多少棵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同一个关键码集合，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插入次序不同，长出来的 BST 就不同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个关键码有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n!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种插入次序，但不同次序可能长出同一棵树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真正不同的形状只有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C(2n,n)/(n+1)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棵 —— 又是 Catalan 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等价问法：中序排列是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1..n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时，这棵二叉树有多少种可能的前序排列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例如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{2,3,1}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就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任何 BST 的前序排列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衡量的办法是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把树扩充成满二叉树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（5.1.2 节），空子树补成外部结点：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每个外部结点代表一类检索失败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落在两个相邻关键码之间的所有取值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成功的代价落在内部结点上，失败的代价落在外部结点上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，可以算进同一个目标函数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用动态规划求最佳 BST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若键的查找频率不同，应把常查的键放得更靠近根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输入是成功查找权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p[1..n]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与失败查找权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q[0..n]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动态规划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：对每个区间尝试每一个键作根，取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左子树代价 + 右子树代价 + 本区间总权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最小的方案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cost[i][j]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是区间代价，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root[i][j]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记录取得最小值的根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因而能重建树形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只记 cost 就只知道「最优值是多少」，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不知道最优解长什么样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朴素实现是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。教材样例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p={1,5,4,3}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q={5,4,3,2,1}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的总成本是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57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，根是第 2 个键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12.4.2 AVL 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BST 最好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O(log n)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最坏 </a:t>
            </a:r>
            <a:r>
              <a:rPr sz="1786" b="1" i="0">
                <a:solidFill>
                  <a:srgbClr val="12395B"/>
                </a:solidFill>
                <a:latin typeface="Consolas"/>
                <a:ea typeface="Consolas"/>
              </a:rPr>
              <a:t>O(n)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—— 键已有序时退化成一条链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Adelson-Velskii 和 Landis 发明了 AVL 树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（名字取自两位发明者姓氏的首字母）：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任何结点的左子树和右子树高度最多相差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三条性质：① 空树是 AVL 树；② n 个结点的 AVL 树高度为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O(log n)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；③ 其左右子树也都是 AVL 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▍ 因为高度是 </a:t>
            </a:r>
            <a:r>
              <a:rPr sz="1786" b="1" i="0">
                <a:solidFill>
                  <a:srgbClr val="12395B"/>
                </a:solidFill>
                <a:latin typeface="Consolas"/>
                <a:ea typeface="Consolas"/>
              </a:rPr>
              <a:t>O(log n)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，所以搜索、插入、删除都只需要 </a:t>
            </a:r>
            <a:r>
              <a:rPr sz="1786" b="1" i="0">
                <a:solidFill>
                  <a:srgbClr val="12395B"/>
                </a:solidFill>
                <a:latin typeface="Consolas"/>
                <a:ea typeface="Consolas"/>
              </a:rPr>
              <a:t>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关键问题是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：不论做何种操作都不改变 AVL 特性，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而且为保持结构所做的操作也要在 </a:t>
            </a:r>
            <a:r>
              <a:rPr sz="1786" b="1" i="0">
                <a:solidFill>
                  <a:srgbClr val="12395B"/>
                </a:solidFill>
                <a:latin typeface="Consolas"/>
                <a:ea typeface="Consolas"/>
              </a:rPr>
              <a:t>O(log n)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 内完成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做法是给每个结点记一个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平衡因子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（右子树高减左子树高，只允许 −1、0、1），靠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旋转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维持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12.4.3 伸展树，以及第 11 章的呼应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伸展树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（splaying tree）由 Sleator 与 Tarjan 于 1985 年发表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 10.1 节的线性表调整技术同属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自调整数据结构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它不记平衡因子，而是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每次访问后把该结点旋到根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摊还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为什么外存索引不用 AVL？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11.4 节已给出答案）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AVL 确实保持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Θ(log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平衡，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但其频繁的插入删除调整对外存索引需要很大的 I/O 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外存要的是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每个结点尽可能多的关键码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+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局部调整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这就是 B 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同一个「平衡」目标，内存里用旋转，外存里用分裂合并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因为成本模型不同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多维数组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用地址公式定位，是随机存储结构；行优先 / 列优先要用能区分的下标去测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特殊矩阵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用公式压缩；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稀疏矩阵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用三元组或十字链表 —— 后者一次改动要动两条链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广义表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的元素可以是表；共享与环使得「递归 delete」不再成立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存储管理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：可利用空间表 → 变长块的分配与合并 → 碎片；回收有引用计数与标记–清除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判生死的是可达性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；标记要「先标记再入栈」，而且要用显式栈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Trie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按关键码空间分解，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树形与插入顺序无关，深度只受关键码精度影响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最佳 BST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用动态规划求；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AVL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用旋转维持平衡；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伸展树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自调整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地址公式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A[3][4][5]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行优先下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A[2][1][3]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的偏移；改成列优先再算一遍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特殊矩阵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推导下三角压缩存储的下标公式；说明对称矩阵怎样复用它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稀疏矩阵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对给定非零元建十字链表；删除一个结点，写出两条链各自的变化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广义表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对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L = (a, (b, (c)), d)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求长度、深度、原子数；写出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head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tail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的分解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垃圾回收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构造一个引用计数回收不了、标记–清除能回收的例子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最佳 BST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用动态规划手算 4 个键的最优树；说明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root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表的作用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AVL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依次插入一组键，画出每次旋转后的形状；说明为什么外存索引不用它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第12章 高级数据结构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