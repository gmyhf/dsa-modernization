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第11章　索引技术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线性索引 · 多分树 · 倒排索引 · B 树与 B+ 树 · 位索引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本章的关键指标不是 CPU 比较次数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是磁盘页访问次数。</a:t>
            </a: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 第 9 章换过一次成本模型，这一章全程按它算账。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本章要回答四个问题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主文件太大，怎么先查一张小表？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11.1 线性索引：稠密 vs 稀疏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索引本身也放不进内存怎么办？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11.1 多级索引 → 11.2 多分树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索引还要支持插入删除怎么办？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11.4 B 树与 B+ 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能不能反过来，从属性值找记录？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11.3 倒排索引；11.5 位图索引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第 11 章在原书里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没有任何【算法】或【代码】清单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它讲的是结构与取舍，不是某一段代码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11.1 线性索引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稠密与稀疏、多级索引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11.1 线性索引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外存上逐条扫描主文件太贵：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应该先查一张较小的表，再按位置读记录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线性索引就是这张表：项是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(key, location)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，按 key 排序，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可以在内存里二分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稠密索引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每条记录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建一项；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主文件可以无序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，查到索引项直接得到位置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稀疏索引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只为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每个有序数据块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建一项，通常记该块的最小 key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查到块之后还要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在块内再找一次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；更省空间，但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要求主文件按 key 分块有序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变长记录尤其适合「索引 + 位置」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记录长度不同，就不能用「基地址 + 下标 × 固定长度」直接算位置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11.1　线性索引与不等长记录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1600147"/>
            <a:ext cx="11240719" cy="369428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587"/>
            <a:ext cx="11057839" cy="3511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索引项保存关键码和记录地址，把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逻辑顺序与物理布局分开</a:t>
            </a: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；主文件移动后要更新地址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多级索引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第一层索引太大、内存放不下时，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再为它建一层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成为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多级索引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一次查询的路径：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内存里的顶层 → 读一个索引页 → 读数据页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本章的可运行实验（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code/ch11/linear_index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）把这件事量出来了：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1000 条记录、每数据页 4 条、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每索引页 4 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层数多，一次查询读的页也多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同样的数据、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每索引页 64 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层数立刻降下来，访外次数随之下降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索引页装得多，层数就少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这就是 11.2 要做多分树的全部理由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11.2 静态索引：多分树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扇出、树高、批量装入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11.2 为什么要多分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磁盘按页读写，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一个索引结点通常设计成恰好装满一页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二叉树每个结点只有两个孩子 —— 同样多的 key 会把树撑得很高，查询就要读很多页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多分树降低的是高度。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若每个结点最多 m 个孩子、树高 h，可导航约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m^h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个叶页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同样覆盖一百万个叶页：二叉树约需 20 层，100 路树只需 3 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页内要比较更多分界 key，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但整页已经在内存里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代价远小于多读一次外存页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静态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多分树在批量装入时按页填满，之后结构不再变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插入删除会破坏「一页正好满」的约定：多的进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溢出区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，少的页变稀，最终要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重组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所以它适合「一次建好、很少改」的文件，不适合频繁更新的目录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扇出不是随意选的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页大小 4096 字节，若每个「关键码 + 孩子页号」占 16 字节：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扣除页头后大约能放 250 项，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扇出约 251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关键码变长或页头元数据增加，扇出就会下降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数据库索引喜欢短关键码，不只为省总空间，也为让一页容纳更多分支、压低树高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批量装入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本身就是「按页填满、自底向上建层」：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必须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先按 key 排好记录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，然后连续填叶页，再用每个孩子的最小 key 建上一层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这样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叶页天然相邻，范围扫描接近顺序 I/O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一条条随机插入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得不到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同样的布局：分裂会留下空隙，树形和页利用率都不同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11.3 倒排索引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从属性值走到记录集合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11.3 倒排索引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前面的检索是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由记录确定属性值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；倒排索引反过来 ——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由属性值确定记录的位置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原书的例子是教师登记表：主关键码是职工号，另有姓名、系、职称、专长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「列出职称为讲师的所有职工号」用普通检索要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顺序扫描所有记录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「列出计算机系擅长英语的教员」还要对每个记录先看「系」再看「专长」——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效率很低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倒排表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：对每个感兴趣的属性值建一个线性表，存放具有该属性值的所有关键码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计算机系 → [0310, 0330, 0341]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英语专长 → [0310, 0421]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「且」是两个有序列表的交集；「或」是并集；「非」是差集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对正文文件的倒排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词索引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：把正文看成词的集合，抽取关键词建结构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适合易解析成词的文本（英文）；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不适合生物学数据和一些东方语言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而且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查询词被限制在关键词范围内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全文索引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：把正文看成一个长字符串，记录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子字符串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的开始位置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查询可以针对任何子串，代价是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通常需要更大的空间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倒排文件是使用得最广泛的词索引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：排序关键词的列表，每个词指向一个 posting list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{(文档号, 出现次数, 出现位置), …}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可以去掉频率、甚至去掉位置只留文档编号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来省空间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短语查询需要位置信息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要用「位置是否相邻」来过滤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11.4 动态索引：B 树与 B+ 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本章的核心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为什么外存索引必须用多分树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二叉搜索树不能保证平衡，有可能退化为线性表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外存索引的平衡性能非常重要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退化会带来巨大的访外开销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第 12 章的 AVL 树能保持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Θ(log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平衡，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但其频繁的插入删除调整对外存树索引也需要很大的 I/O 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于是问题变成两条：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怎样保持多分树高度上的平衡，不让它退化？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怎样使结点中关键码尽可能多，而插入删除又不需要太多调整？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1970 年 Bayer 与 McCreight 提出 B 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（balanced tree）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那个「-」是英文连字符，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不要说成「B 减树」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m 阶 B 树的定义：五条，缺一不可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① 每个结点至多有 m 个子结点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② 除根和叶外，每个结点至少有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⌈m/2⌉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个子结点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根结点至少有两个子结点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（例外：根可以为空，或者独根）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④ 所有的叶结点在同一层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，可以有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⌈m/2⌉−1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m−1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个关键码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⑤ 有 k 个子结点的分支结点恰好包含 k−1 个关键码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最底层叶结点的指针指向空（对应失败检索），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空指针数目正好等于关键码数目加 1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阶为 3 的 B 树就是通常说的「2-3 树」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 树的四条性质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① 总是树高平衡的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，所有叶结点都在同一层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② 更新和检索只影响一些磁盘块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，因此性能很好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③ 把关键码接近的记录放在同一个磁盘块中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——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利用了访问局部性原理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▍ ④ 保证至少有一定比例的结点是满的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既保证空间利用率，又使插入删除</a:t>
            </a:r>
            <a:r>
              <a:rPr sz="1557" b="1" i="0">
                <a:solidFill>
                  <a:srgbClr val="6B7582"/>
                </a:solidFill>
                <a:latin typeface="Segoe UI"/>
                <a:ea typeface="微软雅黑"/>
              </a:rPr>
              <a:t>不必像静态多分树那样频繁修改结点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从而总体上减少磁盘读取数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一个含 r 个关键码的内部结点有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r+1 个孩子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最左孩子的键都小于第一个关键码，相邻两个关键码之间各管一个区间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48"/>
              </a:spcAft>
            </a:pPr>
            <a:r>
              <a:rPr sz="1557" b="0" i="0">
                <a:solidFill>
                  <a:srgbClr val="6B7582"/>
                </a:solidFill>
                <a:latin typeface="Segoe UI"/>
                <a:ea typeface="微软雅黑"/>
              </a:rPr>
              <a:t>·  若孩子数与关键码数不满足「多一个」，结点结构已经损坏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插入：可能朝着根的方向生长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先检索关键码是否已在树中；在则拒绝插入。不在，则最后找到的叶结点就是插入位置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插入后若关键码个数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 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，完成；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否则等于 m，产生上溢出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取这 m 个关键码的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中位数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为分界码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叶结点分裂为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⌈(m−1)/2⌉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⌊(m−1)/2⌋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两个结点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分界码插入到父结点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；父结点若也溢出，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分裂过程继续往根传递，可能一直到根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访外次数可以算出来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：向下找插入结点读 h 次；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每分裂一个非根结点写 2 个，分裂根写 3 个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最坏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3h + 1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 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根结点为什么可以只有 2 个子结点？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根允许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 ~ 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个子结点，内部结点是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⌈m/2⌉ ~ 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这不是随意的例外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因为插入算法分裂到根时会分为 2 个子结点并产生一个新根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若要求根与内部结点同样的出度，就需要对 B 树做比较大的调整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这就违背了 B 树操作的局部调整原则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而且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实际运行时根结点往往保存在内存中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，不需要遵守下限约束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大部分内部结点在外存，需要保证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至少半满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，以折衷存储效率与操作效率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根也不可能只有一个子结点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那样太浪费存储，还会增加检索时间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 树的树高：一个能算的上界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设 B 树含 N 个关键码，则失败检索的外部结点有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N+1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根至少两个子结点 → 第 1 层至少 2 个结点；此后每层至少乘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⌈m/2⌉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第 I 层至少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2·⌈m/2⌉^(I−1)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 →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N+1 ≥ 2·⌈m/2⌉^(I−1)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I ≤ 1 + log_⌈m/2⌉((N+1)/2)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代进数字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= 1999998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 = 199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I 至多等于 4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一次检索至多 I 次存取 —— 这个公式保证了 B 树的检索效率相当高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插入时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每插一个关键码平均分裂的结点数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s ≤ 1/(⌈m/2⌉−1)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m 越大这个数越小 —— 这正是「结点开大一点」在插入代价上的回报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全章最值得记住的一笔账（B+ 树的索引规模）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假定：磁盘块 4096 字节，整数关键码 4 字节，指针 8 字节，不计块头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求满足  4m + 8(m+1) &lt;= 4096  的最大整数 m       -&gt;   m = 340   （阶）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假若平均充满度介于最大与最小之间，即平均 255 个指针，则 3 层 B+ 树：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根结点             255 个子结点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第二层             255^2  =     65 025 个叶结点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叶层               255^3  ~= 16 600 000 个指向记录的指针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==&gt; 记录数 &lt;= 约 1660 万的文件，都能被 3 层 B+ 树容纳，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    3 次访外就能拿到关键码在主文件的地址。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实际还可以更少：B+ 树的根通常常驻内存，第二层也完全放得进缓冲区</a:t>
            </a:r>
          </a:p>
          <a:p>
            <a:pPr algn="l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682" b="0" i="0">
                <a:solidFill>
                  <a:srgbClr val="12395B"/>
                </a:solidFill>
                <a:latin typeface="Consolas"/>
                <a:ea typeface="Consolas"/>
              </a:rPr>
              <a:t>    ==&gt; 只需要读一次叶结点磁盘块。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这解释了今天数据库索引的常见形态：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三层 B+ 树 + 常驻内存的上两层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 树与 B+ 树谁更矮？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 树的关键码在内部结点上也带着数据地址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这正是它与 B+ 树的分水岭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B+ 树的内部分支结点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不需要带这些隐含指针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，同样一页能装更多分支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在页块容量一致、指针大小相同、索引同一主文件的前提下：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B 树比 B+ 树高，即 B+ 树索引效率更高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B+ 树最大充盈度 100%、最小 50%，取平均 75%：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平均每结点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0.75m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个子结点 →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高度 </a:t>
            </a:r>
            <a:r>
              <a:rPr sz="1541" b="1" i="0">
                <a:solidFill>
                  <a:srgbClr val="6B7582"/>
                </a:solidFill>
                <a:latin typeface="Consolas"/>
                <a:ea typeface="Consolas"/>
              </a:rPr>
              <a:t>⌈log_(0.75m) N⌉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还有一条 B 树没有的好处：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数据集中在叶层，叶链可顺序读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范围扫描很快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11.4.4 动态索引与静态索引：更新成本由谁承担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689"/>
                <a:gridCol w="2073344"/>
                <a:gridCol w="4837804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工作负载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更合适的选择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原因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数据几乎只读、可批量重建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静态索引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结构紧凑，读路径短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持续插入和删除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 / B+ 树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局部调整即可保持查询性能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范围扫描很多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B+ 树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数据集中在叶层，叶链可顺序读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记录物理地址必须长期稳定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静态索引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不因结点分裂搬动既有记录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关键不是「哪一种总是更快」，而是：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静态索引把成本推迟到昂贵的批量重组，动态索引把成本摊到每次更新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11.5 位索引技术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位图、签名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11.5 位图索引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位图索引适合取值很少的属性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性别、省份、是否及格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每个属性值对应一个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位串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：第 i 位表示第 i 条记录有没有这个值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AND、OR、NOT 查询变成机器字上的按位运算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，一次可以处理几十上百条记录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这与 10.2 节的位向量是同一个思想，只是那里的「元素」换成了「记录」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属性取值一多，位图会变得很宽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需要压缩（游程、字对齐混合等）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所以它和 B+ 树是互补的：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低基数属性（几十种取值）用位图；高基数属性（近乎唯一）用 B+ 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成本模型是页访问次数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，不是比较次数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线性索引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把逻辑顺序与物理布局分开；稠密 vs 稀疏是「空间 vs 块内再查一次」的取舍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索引页装得多 → 层数少 → 访外少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，这是多分树的全部理由；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扇出由页大小与项大小定死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倒排索引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从属性值走到记录集合，「且 / 或 / 非」变成集合的交 / 并 / 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 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：五条定义、四条性质；插入靠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分裂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，可能一直传到根，最坏访外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3h+1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树高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I ≤ 1 + log_⌈m/2⌉((N+1)/2)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；N≈200 万、m=199 时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I ≤ 4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B+ 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内部结点不带数据地址，因而更矮；叶层成链，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范围扫描接近顺序 I/O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位图索引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适合低基数属性，查询变成按位运算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索引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同一份数据分别建稠密索引与稀疏索引，比较空间与一次查询的页读次数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扇出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页 8192 字节、关键码 8 字节、指针 8 字节时，B+ 树的阶是多少？树高变几层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B 树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对给定序列依次插入，画出每次分裂后的形状；标出访外次数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证明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推导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I ≤ 1 + log_⌈m/2⌉((N+1)/2)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，并说明为什么根允许只有 2 个子结点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对比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B 树与 B+ 树索引同一主文件，谁更矮？写出高度公式并解释差别的来源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倒排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给定三条 posting list，求「A 且 B 非 C」；说明为什么短语查询需要位置信息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上机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　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code/ch11/linear_index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量出「每索引页项数 → 层数 → 页读次数」的关系曲线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178"/>
              </a:spcAft>
            </a:pP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第11章 索引技术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