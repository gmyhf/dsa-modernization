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第3章　栈与队列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限制存取点的线性表 · 递归与运行栈 · 循环队列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本章要回答三个问题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在线性表上只加一条限制，能换来什么？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只在一端进出 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栈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（LIFO）；一端进另一端出 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队列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（FIFO）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递归为什么会崩，崩在哪里？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3.1.5 运行栈、栈帧，以及一组会推翻直觉的实测数字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「空栈弹出」是错误，还是一种正常状态？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这个判断决定了接口怎么写 —— 本章给出全书统一的答案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栈和队列不是新的存储结构，是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加了限制的线性表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。限制换来的是：每个操作都能做到 O(1)。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3.1 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抽象数据类型、顺序栈、链式栈、表达式求值、递归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3.1.1 栈的抽象数据类型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（stack）是限定仅在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进行插入和删除运算的线性表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该端称为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栈顶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（top），另一端称为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栈底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（bottom）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元素按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后进先出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（LIFO，last in first out）的次序访问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原书【代码3.1】用一个空基类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Stack&lt;T&gt;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表达这层抽象。那个基类给不了多态：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成员函数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既不是纯虚的、也没有定义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，派生类「实现」它们并不构成覆盖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反而埋下「通过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Stack&lt;T&gt;*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删除派生对象」这一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未定义行为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抽象数据类型描述的是「一组运算」，不是「一个基类」。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这一节要定下来的是这张表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771"/>
                <a:gridCol w="5521654"/>
                <a:gridCol w="138041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运算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含义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时间代价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push(x)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把 x 压到栈顶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摊还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pop()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弹出栈顶并把它带回来；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空栈返回「没有」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top()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只看栈顶，不弹出；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空栈返回「没有」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empty()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/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size()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/ </a:t>
                      </a: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clear()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判空、计数、清空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表里有两处「空栈返回『没有』」。这四个字在 C++17 里有一个精确的表达方式：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std::optional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3.1　栈的示意图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62716" y="1207008"/>
            <a:ext cx="4666262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156" y="1298448"/>
            <a:ext cx="4483382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进和出都在栈顶这一端，栈底不动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3.1.2 顺序栈：哪一端当栈顶？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顺序栈需要一块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连续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的区域存储元素。先要决定：数组的哪一端表示栈顶？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把第 0 个位置当栈顶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每次 push / pop 都要把所有元素后移或前移一位，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把最后一个元素的位置当栈顶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新元素加在表尾、出栈也删表尾，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所以顺序栈一律选后者。这是本章第一个「选对了就没有代价」的例子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接下来的问题和第 2 章一样：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这个类自己管着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new[]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出来的数组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顺序栈：入栈、出栈、看栈顶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void push(const T&amp; value)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(size_ == capacity_) { grow(); }      // 满了就翻倍，没有「栈满溢出」这回事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data_[size_] = value;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++size_;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std::optional&lt;T&gt; pop()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(empty()) { return std::nullopt; }    // 空栈不是错误，也不打印任何东西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--size_;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data_[size_];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std::optional&lt;T&gt; top() const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(empty()) { return std::nullopt;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data_[size_ - 1];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栈顶就是 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data_[size_ - 1]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，push / pop 都不搬任何元素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空栈弹出：是错误，还是正常状态？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是正常状态。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 循环「弹到空为止」是完全合理的写法，所以 pop 返回 optional；而 </a:t>
            </a:r>
            <a:r>
              <a:rPr sz="1691" b="1" i="0">
                <a:solidFill>
                  <a:srgbClr val="12395B"/>
                </a:solidFill>
                <a:latin typeface="Consolas"/>
                <a:ea typeface="Consolas"/>
              </a:rPr>
              <a:t>at(i)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 下标越界是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调用方的错误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，抛异常。这条分界线全书通用。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原书顺序栈的两处硬伤（有编译器输出为证）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①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int top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撞上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bool top(T&amp;)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数据成员与成员函数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这是原书的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第一个编译错误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error: with type ‘int’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一行就报出来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同一个错误在代码3.4（链式栈）里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又犯了一次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有析构函数，却没有拷贝构造与拷贝赋值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违反三法则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arrStack&lt;int&gt; b = a;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二次释放，ASan 直接报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double-free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与第 2 章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arrList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是同一个错误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这两条都不是「不够现代」，是「编译不过」和「跑起来崩」。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扩容：翻倍，而不是加一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void grow()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size_type next = (capacity_ == 0) ? 1 : capacity_ * 2;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T* fresh = new T[next];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(size_type i = 0; i &lt; size_; ++i)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fresh[i] = data_[i];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delete[] data_;       // 先搬完再释放旧的，顺序反了就会读到已释放的内存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data_ = fresh;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capacity_ = next;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从 0 涨到 n 一共搬 1+2+4+…&lt; 2n 个元素，平摊到 n 次 push 上是常数 —— 这就是「摊还 O(1)」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3.1.3 链式栈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链式栈把栈顶放在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链头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：push 是头插，pop 是删头，都只改一根指针，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O(1)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不需要尾指针 —— 栈只在一端进出，链尾从来用不到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不会满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，代价是每个元素多一根指针（结构性开销）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原书代码3.4 的问题：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又是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top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重名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同一本书的两个存储结构都犯了同一个错误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defSize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参数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从未使用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第五次遇到「有析构无拷贝构造」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3.1.4 表达式求值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栈最经典的应用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后缀（逆波兰）表达式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后缀表达式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不需要括号，也不需要优先级规则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求值规则只有两条：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遇操作数压栈；遇操作符弹出两个、算完再压回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读到末尾时，栈里剩下的唯一元素就是结果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例：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23 + (34 × 45) / (5 + 6 + 7)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的后缀式是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23 34 45 * 5 6 + 7 + / +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逐步算下来是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108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先弹出的是右操作数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减法和除法都不可交换，弹出次序写反结果就错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3.5　后缀表达式的求值过程（节选）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409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844"/>
                <a:gridCol w="2863900"/>
                <a:gridCol w="1766072"/>
                <a:gridCol w="5155021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步骤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待处理的后缀表达式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栈（底→顶）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进行的运算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* 5 6 + 7 + / 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23 34 45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5 6 + 7 + / +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23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1530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34 × 45 = 1530 入栈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7 + / 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23 1530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 + 6 = 11 入栈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/ +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23 1530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11 + 7 = 18 入栈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+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23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85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1530 / 18 = 85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，不是 18 / 1530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108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23 + 85 = 108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3577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第 11 步是这道题的考点：先弹出的 18 是右操作数，后弹出的 1530 才是左操作数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求值：算法与终端解耦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[[nodiscard]] inline double evaluate_postfix(std::string_view expression)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ArrayStack&lt;double&gt; operands;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const auto pop_two = [&amp;operands](double&amp; left, double&amp; right)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(operands.size() &lt; 2)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throw std::invalid_argument("后缀表达式：操作数不足");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right = *operands.pop();          // 先弹出的是右操作数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left = *operands.pop();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// ... 逐个记号：是数就压栈，是操作符就 pop_two 算完再 push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原书 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Calculator::Run()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直接从 cin 读、往 cout 写 —— 没法测试、没法复用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原书这段代码的三个问题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① 算法与终端焊死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Run()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直接读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cin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、写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cout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②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GetTwoOperands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在第二个操作数缺失时，已经把第一个弹掉了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返回 false 时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栈已被破坏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但要说准确：真正让这个 bug 无害的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「先查够不够」，而是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出错即抛出、整次求值随即作废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原书的 bug 之所以要命，是因为它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cerr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一行之后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继续跑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③ 出错时打一行提示然后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clear()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继续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调用方拿不到任何信号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本书改为抛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std::invalid_argument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（表达式不合法）或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std::domain_error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（除零）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原书正文自己说的一句话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原书正文写着：判断除数是否为零，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写成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operand1 == 0.0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是错的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浮点数不该用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==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直接比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然后印出来的代码照旧是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operand1 == 0.0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这类「正文说 A、代码写 B」的自相矛盾，本书统一收进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book/勘误.md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收录标准只有三类：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编译不过、跑起来错、书内自相矛盾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「不够现代」不进表 —— 那不是错误，是年代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3.1.5 栈与递归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递归为什么会崩，以及一条反直觉的实测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递归为什么非要有栈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被调函数的局部变量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不能静态地占一块固定单元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每调用一次就得有一份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这种「执行到调用时才分配」叫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动态分配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，它需要一块足够大的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运行栈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栈上一格一格压着的叫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（stack frame，原书称「活动记录」）：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返回地址、参数、局部变量、必要的保存寄存器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递归深度就是它在运行栈里栈帧的个数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同一个局部变量在不同层次被分到不同的存储空间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每深一层就多一格；深度超过栈区大小，程序不是「变慢」，而是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直接崩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3.8　计算 factorial(4) 时运行栈的变化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7414" y="1207008"/>
            <a:ext cx="6516867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3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854" y="1298448"/>
            <a:ext cx="6333987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(a) 逐层调用依次压栈；(b) 到达出口后按压栈的反序逐层弹出，把结果一层层交回去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运行栈有多大：三个档位，三种结果（本机实测）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207"/>
                <a:gridCol w="1406402"/>
                <a:gridCol w="2707324"/>
                <a:gridCol w="2724904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构建档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20 万层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50 万层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100 万层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-O0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（不优化）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通过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段错误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段错误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-O1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+ ASan/UBSan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通过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stack-overflow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stack-overflow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97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-O2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通过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通过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通过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改成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显式栈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（数据放堆上）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通过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通过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1000 万层也通过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gcc 13.3 / Linux，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ulimit -s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为默认的 8 MB。第三行反直觉 —— 下一页解释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4" b="1" i="0">
                <a:solidFill>
                  <a:srgbClr val="12395B"/>
                </a:solidFill>
                <a:latin typeface="Consolas"/>
                <a:ea typeface="Consolas"/>
              </a:rPr>
              <a:t>-O2</a:t>
            </a: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 为什么不崩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不是因为它栈更大，而是因为编译器把递归消掉了。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查汇编可以确认：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-O0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：函数体内调用自己的次数 =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-O2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：函数体内调用自己的次数 =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已经变成了一个循环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这条实测的教训不是「用 -O2 就安全」：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尾调用优化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不是标准保证的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，换个编译器、换个写法就没了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评测机用什么优化档、什么版本，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这两件事你都控制不了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唯一与版本、评测机都无关的做法是：改写成显式栈。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递归吃的是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运行栈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（8 MB 上限），显式栈吃的是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堆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（可以很大）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原书三个阶乘版本共同的问题：不查溢出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原书给了递归、循环、显式栈三个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factorial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版本，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三个都不查溢出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factorial(21)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返回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负数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factorial(66)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返回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0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UBSan 判定为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未定义行为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（有符号整数溢出）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另外两处：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负数输入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静默返回 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，而不是报错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算法3.9 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s.pop(&amp;tmp)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与代码3.1 声明的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pop(T&amp;)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对不上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递归的正确性讨论，不能只讨论递归出口 —— 值域也是出口的一部分。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一个有两条递归规则的例子：背包问题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【算法3.10】能否从若干物品中选出一部分，使重量之和恰好等于承重？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出口 1：承重恰为 0        -&gt; 有解（什么都不再选）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出口 2：承重为负，或已无物品 -&gt; 无解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规则 1：选第 n-1 件       -&gt; 求解 knap(s - w[n-1], n-1)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规则 2：不选第 n-1 件     -&gt; 求解 knap(s, n-1)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const auto solve = [&amp;weights, &amp;chosen](auto&amp;&amp; self, int s, std::size_t n) -&gt; bool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(s == 0) { return true; }              // 出口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(s &lt; 0 || n == 0) { return false; }    // 出口 2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(self(self, s - weights[n - 1], n - 1)) {   // 规则 1：选它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chosen.push_back(n - 1);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true;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self(self, s, n - 1);              // 规则 2：不选它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原书直接 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cout &lt;&lt; w[n-1]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打印结果，而且 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w[]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 是一个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从未声明的全局数组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3.2 队列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先进先出，以及「假溢出」怎么解决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3.2.1 队列的抽象数据类型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（queue）也是一种限制访问点的线性表：一端插入，另一端删除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只允许删除的一端叫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队头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（front），删除叫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出队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（dequeue）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只允许插入的一端叫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队尾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（rear），插入叫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入队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（enqueue）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按到达顺序释放元素，所以叫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先进先出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（FIFO）表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dequeue()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front()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在空队列上返回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std::nullopt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与栈同一条口径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可以根据应用适当增删运算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例如链式队列并不需要判满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3.2.2 顺序队列：为什么两头都不能固定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队列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两头都要动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：入队动队尾，出队动队头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把队尾固定在位置 0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出队 O(1)，但入队要把所有元素后移，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把队尾固定在位置 n-1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入队 O(1)，但出队要移动剩余 n-1 个，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两头都别固定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：让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front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rear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都在数组里往后走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元素本身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一个都不搬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，两个操作都是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新问题：整个队列不断向数组尾部漂移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假溢出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rear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到了末尾就报满，即使数组前端还空着一大片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3.11　把数组看成一个环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998341"/>
            <a:ext cx="11240719" cy="289789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3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89781"/>
            <a:ext cx="11057839" cy="27150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下标 0 是下标 mSize-1 的直接后继，位置 x 的后继是 (x+1) % mSize —— 这就是循环队列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绕回之后的麻烦：front == rear 既可能空、也可能满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n 个位置的数组，队列有「空、1 个、…、n 个」共 n+1 种状态，而固定 front 后 rear 只有 n 种取值 —— 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必有两种状态撞在一起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原书的办法：牺牲一个槽位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bool empty() const { return front_ == rear_;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// 满的判据：rear 再往前走一格就撞上 front。那一格就是被牺牲掉的槽位。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bool full() const { return (rear_ + 1) % slots_ == front_;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bool enqueue(const T&amp; value) {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if (full()) { return false; }        // 顺序队列容量固定，这是它与链式队列的核心差别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data_[rear_] = value;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rear_ = (rear_ + 1) % slots_;        // 走到末尾就绕回 0，取模不能漏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true;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std::optional&lt;T&gt; dequeue() {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if (empty()) { return std::nullopt;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T value = data_[front_];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front_ = (front_ + 1) % slots_;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value;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数组开 n+1 格却只装 n 个元素：</a:t>
            </a:r>
            <a:r>
              <a:rPr sz="1222" b="0" i="0">
                <a:solidFill>
                  <a:srgbClr val="6B7582"/>
                </a:solidFill>
                <a:latin typeface="Consolas"/>
                <a:ea typeface="Consolas"/>
              </a:rPr>
              <a:t>slots_ = 容量 + 1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。多的那一格用来区分空和满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3.2.3 链式队列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链式队列要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两个指针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front_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指队头结点，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rear_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指队尾结点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入队在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尾部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接链，出队在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头部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摘链，都是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不需要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full()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这就是「根据应用增删运算」的具体例子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边界要小心：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队列变空时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rear_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必须一起复位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，否则它指向已释放的结点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教学版有一条具名断言专门盯这件事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与链式栈一样：不会满，代价是每个元素一根指针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3.3 栈与队列的深入讨论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比较、多栈管理、限制存取点的表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3.3.1 / 3.3.2 两组比较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926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275"/>
                <a:gridCol w="4240781"/>
                <a:gridCol w="4240781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顺序实现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链式实现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82169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push / pop、入队 / 出队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　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时间上难分伯仲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82169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必须先定长度，不满时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浪费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按需增减，但每元素一根指针（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结构性开销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访问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内部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按与栈顶的相对位置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快速定位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只能沿指针链遍历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一个数组放两个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栈：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可以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（两端迎面增长）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82169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队列：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不行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（除非元素总从一个转入另一个）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5266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正因为「访问内部元素」这一条，顺序栈在实际中更常用一些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3.13　同一个数组里两个迎面增长的栈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2271060"/>
            <a:ext cx="11240719" cy="2352456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3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62500"/>
            <a:ext cx="11057839" cy="2169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两个栈的空间需求恰好相反（一个涨、另一个缩）时很省空间；两个同时涨，中间那点余量很快就没了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3.3.3 限制存取点的表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双端队列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插入和删除都限制在两端进行。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栈和队列都是它的特例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双栈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两个底部相连的栈：从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end1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插入的只能从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end1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删除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超队列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删除受限：删除只在一端，插入可在两端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超栈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插入受限：插入只在一端，删除可在两端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这几种都是某种受限的双端队列。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C++ 标准库有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std::deque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std::stack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std::queue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默认都由它实现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但那是使用者的视角。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本章手写，是因为「存储怎么落、边界怎么守」就是本章的课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栈和队列在后面各章的位置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：函数调用与递归实现、深度优先周游（第 5–7 章）、表达式转换与求值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第 8 章快速排序的非递归版本、第 12 章的伸展树也都要用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：作为消息或数据缓冲器 —— 硬件设备间的通信、操作系统的资源管理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队列是广度优先搜索中采用的主要中间数据结构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（第 5、6、7 章）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按优先级组织成多个队列，就是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优先队列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的雏形（第 5.5 节）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9 章的多路归并、第 11 章的 B 树插入，也都要靠这两种结构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栈和队列都是限制了存取点的线性表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，限制换来的是每个操作 O(1)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栈：一端进出，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LIFO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；队列：一端进另一端出，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FIFO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两种存储各有代价：顺序实现省空间、能随机访问内部元素；链式实现不会满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循环队列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用取模把数组看成环，解决假溢出；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牺牲一格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区分空与满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递归 = 用运行栈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。深度受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ulimit -s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限制，可靠的深递归写法只有显式栈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-O2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把递归消成循环这件事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不能依赖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评测机的档位你控制不了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接口口径（全书通用）：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可预期的空状态返回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optional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，调用方的错误抛异常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补充 1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只用两个栈的 push / pop / empty 实现队列，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分析摊还复杂度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补充 2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1..n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依次进栈，求合法出栈序列的数量，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并证明它是 Catalan 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习题 6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在长度 n 的数组里实现两个栈，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总数不到 n 就不许溢出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，且 push/pop 为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习题 8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证明：能用一个栈得到排列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p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的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充要条件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是 —— 不存在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i&lt;j&lt;k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使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p_j &lt; p_k &lt; p_i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习题 9 / 10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用栈算后缀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12 8 9 * +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；用栈把中缀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a*(b*c-d)+e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转成后缀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 5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用栈模拟递归，把 Fibonacci 的递归过程改写成非递归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 6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Ackermann 函数：写出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Ack(2,1)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的计算过程，再写非递归算法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第3章 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