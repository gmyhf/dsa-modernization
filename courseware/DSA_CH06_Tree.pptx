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第6章　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一般树与森林 · 与二叉树的等价转换 · 左子右兄 · 并查集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本章要回答三个问题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孩子个数不固定的树，怎么存？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6.2 四种链式表示，主实现是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左子 / 右兄二叉链表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把任意度压成两个指针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为什么一般树没有「中序」？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6.1.4 一个结点可能有多于两棵子树，「根排在中间」无从定义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「这两个元素在不在同一组」怎么问得快？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6.2.5 并查集：父指针表示法的一个应用，两条改进让它接近常数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树与二叉树、森林与二叉树之间存在一一对应的关系。</a:t>
            </a: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 所以一般树的问题几乎都能搬到二叉树上去做 —— 这就是 6.1.2 那三步转换的价值。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6.1 树的定义和基本术语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定义、转换、周游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6.1.1 树的两种等价定义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：树是 n（n ≥ 1）个结点的有限集合，使得：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① 有且仅有一个称为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的结点；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② 除根以外的结点被分成 m 个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不相交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的有限集合，每一个又都是树 —— 称为根的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二元关系定义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：树是有穷集合 K 加上关系 r，满足：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有且仅有一个结点没有前驱（根）；除根外每个结点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有且仅有一个前驱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从根到任一结点都存在一条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路径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除了定义的角度不同外，两种描述是等价的。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术语与一个关键区分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术语基本沿用二叉树：父结点、子结点、边、兄弟、树叶、祖先、子孙、路径、层数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结点的度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是它的子树数目；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树的度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是各结点度的最大值（二叉树的度是 2）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根为第 0 层，非根结点的层数是其父结点的层数加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子结点次序不加区别的叫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无序树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；按从左到右编号的叫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有序树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度为 2 的有序树并不是二叉树。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有序树中第一子结点被删除后，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第二子结点自然顶替成为第一子结点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度为 2 并且严格区分左右两个子结点的有序树才是二叉树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它要能表示「左空右不空」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森林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是零棵或多棵不相交的树的（通常有序的）集合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6.1　树形表示法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78267" y="1207008"/>
            <a:ext cx="56351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707" y="1298448"/>
            <a:ext cx="54522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树形表示其实是根在上的倒挂树。另有凹入表、文氏图、嵌套括号三种等价表示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6.1.2 森林与二叉树的等价转换：连线、切线、旋转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原树：A 的孩子是 B、C、D；B 的孩子是 E、F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(1) 连线   把兄弟结点用线连起来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(2) 切线   只保留父结点到**第一个**孩子的连线，砍掉到其余孩子的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(3) 旋转   以根为轴顺时针转一下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转换之后：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   A                             A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 / | \          ==&gt;             /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B  C  D                        B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/ \                            / \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E   F                          E   C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\    \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                               F    D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左孩子 = 原树里的**第一个孩子**       左枝上是父子关系</a:t>
            </a:r>
          </a:p>
          <a:p>
            <a:pPr algn="l">
              <a:lnSpc>
                <a:spcPts val="1841"/>
              </a:lnSpc>
              <a:spcBef>
                <a:spcPts val="0"/>
              </a:spcBef>
              <a:spcAft>
                <a:spcPts val="0"/>
              </a:spcAft>
            </a:pPr>
            <a:r>
              <a:rPr sz="1416" b="0" i="0">
                <a:solidFill>
                  <a:srgbClr val="12395B"/>
                </a:solidFill>
                <a:latin typeface="Consolas"/>
                <a:ea typeface="Consolas"/>
              </a:rPr>
              <a:t>  右孩子 = 原来的**下一个兄弟**         右枝上是兄弟关系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单棵树的根没有兄弟，所以转成二叉树后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根的右孩子一定为空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转换的形式定义，以及它是可逆的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森林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 = {T₁, T₂, …, Tₙ}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转成二叉树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B(F)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F 空则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空；否则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的根是 T₁ 的根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左子树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是 T₁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子树森林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转成的二叉树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右子树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{T₂, …, Tₙ}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转成的二叉树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反过来是三步的逆：逆时针旋转 → 把右链上的结点补连到父 → 删掉到右孩子的边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这两种转换互逆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，所以树与二叉树、森林与二叉树是一一对应的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于是：一般树的算法几乎都可以搬到二叉树上做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6.1.4 树的周游：为什么没有「中序」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对于树或森林，一个结点可能具有多于两棵子树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「先左、访问根、再右」里的「中间」无从定义 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所以给不出中根次序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仿照二叉树的前序、后序，可以定义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先根次序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后根次序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先根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：访问第一棵树的根 → 先根周游它的子树森林 → 先根周游其余的树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后根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：后根周游第一棵树的子树森林 → 访问它的根 → 后根周游其余的树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广度优先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（层次周游）：从第 0 层开始自上而下，同层从左到右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一条值得单独记住的对应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按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先根次序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周游森林 = 对应二叉树的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前序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序列；按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后根次序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周游森林 = 对应二叉树的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中序</a:t>
            </a: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序列。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为什么后根对上的是中序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理由就在转换关系里：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第一棵树 T₁ 的诸子树对应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左子树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其余的树 T₂…Tₙ 对应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B(F)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右子树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森林的后根次序是：先周游 T₁ 的子树森林 → 访问 T₁ 的根 → 周游其余的树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翻译成二叉树就是：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左子树 → 根 → 右子树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这正是中序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以图 6.5 的森林为例：先根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 B C E F D G H J I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，后根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 E F C D A J H I G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森林的层次序列与其对应二叉树的层次次序不同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这一条不能类推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6.2 树的链式存储结构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四种表示法，一条主线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为什么一般树的存储比二叉树麻烦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要求存储结构不但能存结点本身的数据，还要能准确反映结点之间的逻辑关系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二叉树好办：每个结点固定两个指针域。一般树的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度不固定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，这就是全部难处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四种链式表示法，本章的主实现是第四种：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① 子结点表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每个分支结点存一张孩子链表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② 静态左子/右兄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数组 + 下标代替指针，每结点四个域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③ 动态表示法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每结点单独分配一张长度可变的孩子指针表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④ 动态左子/右兄二叉链表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直接用第 5 章二叉树的链式存储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四种链式表示法的取舍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773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69"/>
                <a:gridCol w="6030654"/>
                <a:gridCol w="3738415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表示法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优点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代价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子结点表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最左孩子可直接找到，顺链找到所有孩子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度不固定时数组要扩容；中间插入要搬指针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静态左子/右兄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每结点存储空间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大小固定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；访问右兄弟方便；两树合并只改 3 个链接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仍需一整块数组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动态表示法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子结点数变化时只需重新分配该结点的空间，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更灵活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本质同子结点表；结点分散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82169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动态左子/右兄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只要两个指针域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，直接复用二叉树的实现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取「第 k 个孩子」要沿兄弟链走 k 步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200268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「左子/右兄二叉链表是采用得最多的表示法」—— 因为它把「度不固定」这件事彻底消掉了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6.8　静态「左子/右兄」里的树归并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17321" y="1207008"/>
            <a:ext cx="6757053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6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61" y="1298448"/>
            <a:ext cx="6574173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把以 A 为根的树变成 H 的最左子树：只需调整 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3 个链接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，其余结点的值和链接都不变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6.2.5 父指针表示法与并查集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两条改进，接近常数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等价类与并查集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并查集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（union/find）：由若干互不相交子集组成的集合抽象。两个基本操作：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find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判断两个元素是否属于同一集合；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union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把两个集合归并为一个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集合 S 上的关系 R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等价关系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⟺ 自反、对称、传递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元素 x 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等价类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[x]ᴿ = {y ∈ S : (x,y) ∈ R}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所有等价类互不相交，它们的并正好是 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等价关系就是对 S 的一种划分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父指针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表示：每个子集是一棵树，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树根就是该集合的标识符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find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沿父链找到根；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union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只需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把一棵树的根指向另一棵树的根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不必搬动集合中的所有元素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这是父指针表示法在这里的全部价值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两条改进：要防的是树退化成一条链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改进一：重量权衡合并规则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（weighted union rule）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合并时比较两个集合的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元素个数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，让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含元素少的树根指向含元素多的根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每次合并树高最多加 1，而元素个数至少翻倍，所以深度最多增加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log n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次 →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O(log 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别和「按秩合并」混了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：按秩比的是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，按重量比的是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元素个数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两者复杂度同阶，但在同一组等价对上会长出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形状不同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改进二：路径压缩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（path compression）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find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走过的路径上，把每个结点都直接挂到根下 —— 下次再问就是一步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两条一起用，均摊代价接近常数（反 Ackermann 函数）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6.3 / 6.4 顺序存储与 K 叉树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用附加信息还原树形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6.3 顺序存储：把结点排进数组，靠附加信息还原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每个结点单独分配，指针占空间，也不利于整块读写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把结点按某一种周游次序排进数组，再用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很少的附加信息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还原树形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基础是先根序列的一条性质：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任何结点的子树的所有结点都直接跟在该结点之后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任何一个分支结点后面紧跟的是它的第一个子结点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原书给了四种：带右链的先根次序、带双标记的先根次序、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带度数的后根次序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、带双标记的层次次序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6.4 K 叉树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有些应用里每个结点的孩子数有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固定上限 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：三子棋的博弈树、B 树的内存模拟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满 K 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：每个结点要么是叶，要么恰好 K 个孩子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完全 K 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：只有最下两层的度可以小于 K，且最下层靠左对齐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按层从 0 编号时：结点 i 的孩子是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Ki+1 … Ki+K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，父结点是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⌊(i-1)/K⌋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K = 2 就回到二叉树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第 5 章那组公式是这组的特例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完全 K 叉树按编号存进数组，和完全二叉树是同一套办法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计算机图形学里的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4 叉树、8 叉树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就是常见的应用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树有两种等价定义：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递归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（根 + 子树）与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二元关系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（K 和 r）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树与二叉树、森林与二叉树一一对应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连线、切线、旋转，可逆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先根 = 对应二叉树的前序；后根 = 对应二叉树的中序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。⚠️ 层次序列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对应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一般树没有中序，因为「多于两棵子树」时「中间」无从定义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四种链式表示里，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左子/右兄二叉链表用得最多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把任意度压成两个指针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父指针表示法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方便实现并查集；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重量权衡合并 + 路径压缩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让大量操作接近常数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顺序存储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靠周游次序 + 附加信息还原树形；K 叉树是二叉树公式的推广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补充 1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高度 h 的满 k 叉树按层编号：推导第 l 层结点数、结点 i 的第 m 个孩子编号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补充 2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用并查集判断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a==b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a!=b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 方程组是否有解，并分析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三种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优化下的复杂度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习题 1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三棵树的森林 → 二叉树 → 再转回来，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验证互逆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习题 2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对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A(B(E,F),C(G),D(H,I,J))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 写出先根、后根、层次序列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习题 3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度为 2 的有序树和二叉树差在哪？举一个「左空右不空」的例子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习题 5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依次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unite(0,1)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unite(1,2)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unite(3,4)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，画父指针；再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find(0)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 画路径压缩后的结果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习题 6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　完全 3 叉树按层编号，写出结点 4 的父和孩子们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47"/>
              </a:spcAft>
            </a:pP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85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85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39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第6章 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