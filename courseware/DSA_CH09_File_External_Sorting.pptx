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第9章　文件管理和外排序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成本模型换了 · 置换选择 · 多路归并与选择树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本章换掉了一件事：成本模型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前八章数的是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比较次数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。这一章数的是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页 I/O 次数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 —— 一次磁盘 I/O 往往比一次比较贵几个数量级。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本章要回答三个问题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内存装不下的数据怎么排？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9.3 切成顺串，再反复归并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怎么让顺串更长？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9.3.1 置换选择排序 —— 平均能把顺串做到 2M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k 路归并里怎么快速选出最小的？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9.3.3 选择树（赢者树 / 败者树）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两个目标贯穿全章，都是为了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减少归并趟数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减少初始顺串个数 m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（置换选择）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增加归并路数 k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（多路归并）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9.1 主存储器和外存储器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先把成本模型建起来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9.1 两种存储器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主存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（RAM、cache）在主板上，按单元连续编址，CPU 直接访问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一次存取可以看成很小的常数，单位是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纳秒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。快、贵、容量小、断电就丢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外存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（硬盘、磁带、U 盘）便宜、容量大、断电不丢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一次存取以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毫秒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甚至秒计 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比内存慢几个数量级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外存慢的一个原因是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每次访问都要先定位再读写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磁盘要把磁头移到目标磁道，再等扇区转到磁头下，定位就要几毫秒到几十毫秒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远慢于真正把数据读出来的时间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所以外存按固定大小的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页块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存取：一次定位读写一整页，减少定位次数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先建立成本模型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分析外排序时，不能再只数比较次数。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设文件有 N 个记录，每页可放 B 个记录：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顺序扫描一遍至少要读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⌈N/B⌉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页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若这一遍还要把结果写回外存，I/O 量约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2⌈N/B⌉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页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内存中多做几次比较，通常远比多一次整文件读写便宜。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举个数：1 亿条 16 字节记录约 1.6 GB。内存工作区只有 64 MB 时，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任何「把全部记录放进数组再排序」的内部排序都不成立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外排序必须让大部分记录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始终留在外存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，内存里只留少量缓冲页和当前候选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9.1　置换选择算法流程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2378440"/>
            <a:ext cx="11240719" cy="213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69880"/>
            <a:ext cx="11057839" cy="1954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输入缓冲空了才整页补入，输出缓冲满了才整页写回：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工作区处理记录，真正与设备交换的是页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9.2 文件的组织和管理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逻辑文件与物理文件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9.2.1 文件组织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文件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是外存上的数据结构，由大量性质相同的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记录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组成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原书区分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逻辑文件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（应用看见的记录顺序与字段）与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物理文件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（系统实际读写的页、块、地址）——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这个区分仍然重要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四种组织方式是第 9–11 章的共同骨架：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顺序文件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连续扫描快，按中间位置更新贵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散列文件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按键定位快，范围扫描与有序输出差（第 10 章）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索引文件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用较小的目录把键映射到记录位置（第 11 章）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倒排文件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用属性值反查记录集合（搜索系统的核心）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一个必须澄清的说法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顺序文件的「物理顺序与逻辑顺序一致」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不能理解成文件一定连续占用磁盘扇区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现代文件系统可能重排块位置、使用写时复制、或者放在远端对象存储上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对本章而言真正要守的是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读者可以顺序消费页，写者可以批量产生页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这正是归并比大量随机交换更适合外排序的原因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定长记录能用「第 i 条在第几页」直接定位；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变长记录通常需要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槽目录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，把稳定的槽号映射到会移动的页内偏移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9.2.2 C++ 的流文件：原书接口已是历史写法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概念仍然成立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：文件是持久化的数据对象，流是程序对它顺序读写的通道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但接口变了：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&lt;fstream.h&gt;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不是标准 C++17 头文件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现在用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&lt;fstream&gt;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里的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std::ifstream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/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std::ofstream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/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std::fstream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文件名用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std::string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或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std::filesystem::path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，位置用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std::streamoff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流对象离开作用域会自动关闭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，显式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close()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只在需要尽早检查时才有意义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不能把含指针、虚函数表或依赖字节序的 C++ 对象直接写入文件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要定义稳定的字段格式或序列化协议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seekg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/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seekp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只适用于支持随机访问的对象 —— 管道、终端、网络流不能任意定位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9.3 外排序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顺串生成与归并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9.3 外排序的两个阶段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内存装不下时，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把外存数据划分成若干段，每段读进内存用内排序排好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这些已排序的段叫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顺串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（run，也叫归并段），写回外存等待归并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外排序的时间由三部分组成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：内部排序、外存读写、内部归并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外存读写慢得多，所以减少外存读写次数是提高效率的关键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设有 m 个初始顺串，每次归并 k 个，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归并趟数是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⌈log_k m⌉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于是减少趟数只有两条路：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减少 m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9.3.1 置换选择排序；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增大 k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9.3.3 多路归并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每减少一趟，省下的是约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2N/B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次页 I/O，而不是几个比较。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9.3.1 置换选择排序：让顺串更长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它是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在堆排序的基础上演化而来的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朴素做法：内存一次装 M 条，每批排成一条长为 M 的顺串 → 顺串数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⌈N/M⌉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，一个也少不了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置换选择的改进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：输出堆顶之后，若下一条记录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不小于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刚输出的值，它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还可以进入当前顺串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；否则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冻结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到下一趟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顺串长度并不相等，但平均情况下可以形成长度为 2M 的顺串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顺串数因此大约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减半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，而每减少一半，归并趟数就可能少一趟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省下的是一整轮完整的读写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9.2 的过程摊开（输入 50 49 35 45 30 25 15 60 16 27 1，M=7）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5" cy="389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245"/>
                <a:gridCol w="1774533"/>
                <a:gridCol w="1173245"/>
                <a:gridCol w="2053179"/>
                <a:gridCol w="3710388"/>
                <a:gridCol w="1173245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步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输出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读入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去向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当前顺串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冻结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初始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 7 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建堆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60 ≥ 15，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活跃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16 &lt; 25，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冻结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15 25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27 &lt; 30，冻结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15 25 30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16 27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 &lt; 35，冻结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15 25 30 35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16 27 1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5–8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45,49,50,60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输入耗尽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排空活跃堆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15 25 30 35 45 49 50 60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16 27 1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新顺串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1,16,27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冻结区重新建堆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1 16 27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2282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第一条顺串长度 8，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已经超过 M=7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—— 这就是置换选择的收益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两个守门不变量，以及输入形态的影响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这张表给出两条必须成立的不变量：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① 每条顺串内部非递减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保证归并可以工作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② 全部顺串拼起来包含输入的每条记录，且恰好一次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防止冻结时丢记录或重复输出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输入次序决定顺串长度：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单调递增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输入会一直补进活跃堆 → 得到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一条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长顺串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单调递减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输入几乎每次都冻结 → 顺串接近长度 M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随机排列平均约 2M 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但这是平均结论，不是最坏保证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若把整份输入推进一个堆再依次弹出，那是堆排序，不是置换选择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旧实现曾经这样做，而测试只断言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{3,1,2} → {1,2,3}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堆排序也能过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9.3.2 二路外排序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对 m 个顺串两两归并，趟数是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⌈log₂ m⌉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归并两条顺串至少需要三个缓冲页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：两页放两路未消费的记录，一页收集输出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比较两个输入缓冲的队首，较小者移入输出缓冲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某个输入页耗尽就读该顺串下一页；输出页满则整页写回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这样每个输入页恰好读一次，每个输出页恰好写一次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原书的例子：3000 条记录、10 条各 300 的初始顺串 → 需要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⌈log₂10⌉ = 4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归并阶段传输约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4 × 2N = 8N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条记录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置换选择若把顺串数从 10 降到 5，就只要 3 趟 —— 直接省掉一次完整读写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「增加归并路数总会更快」也不成立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k 越大趟数越少，但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每一路至少要留一个输入缓冲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，还要有输出缓冲。内存固定时，每路缓冲变小、补页更频繁。选 k 是「少趟数」与「每路够缓冲」的折中。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9.3.3 多路归并：先算一笔账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k 路归并时，要在 k 个队首里找最小值，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朴素做法需要 k−1 次两两比较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对记录总数 n 的文件，内部归并的总比较次数是：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⌈log_k m⌉ · (k−1) · (n−1) = ⌈log₂m⌉ / log₂k · (k−1) · (n−1)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随着 k 增大，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(k−1)/log₂k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也增大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内部归并的时间随之增大，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削减了增大 k 带来的好处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选择树正是用来消掉这一项的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：它找最小值只要树高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⌈log₂k⌉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次比较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代入后总比较次数变成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⌈log₂m⌉ · (n−1)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此时内部比较次数与 k 无关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这就是选择树存在的全部理由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赢者树与败者树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选择树是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完全二叉树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，顺序存储；也称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竞赛树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，反映一系列「淘汰赛」的结果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赢者树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个外部结点（选手）、n−1 个内部结点，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每个内部结点记录其左右子结点那场赛局的赢家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树根记录整个比赛的胜者。数组 B 里存的是数组 L 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索引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，不是值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优点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：某个选手的分数改变时，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只需沿着从它到根的路径修改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，不必改变其他比赛的结果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而且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爬到某一场比赛结果没变时就可以停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修改次数在 0 到 log₂n 之间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败者树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：内部结点记录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败者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的下标，另加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B[0]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记录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冠军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重赛时新结点与父结点比，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败者留在父结点，赢者继续往上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这正是败者树比赢者树少一次「取兄弟」访问的原因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，外排序实现里更常见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一句限定：选择树不是通用的「取最小」工具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赢者树和败者树统称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选择树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外部排序多路归并中的专用优化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内存里一般的「取最小」任务，通常直接用二叉堆或优先队列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只有需要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反复从固定的 k 路输入中选冠军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时，才值得维护选择树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差别在哪：堆的元素集合是变动的（任意插入删除）；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选择树的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选手位置是固定的 k 个槽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，每次只是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替换其中一个槽的值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「位置固定、只换值」这个约束，正是它能只沿一条路径重赛的前提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成本模型换了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：数的是页 I/O，不是比较次数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外排序 =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顺串生成 + 归并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；归并趟数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⌈log_k m⌉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减少趟数的两条路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：减小 m（置换选择）、增大 k（多路归并）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置换选择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在堆排序上加一条「不小于刚输出的值就还能进当前顺串」，平均顺串长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2M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顺串长度不等；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单调递增输入得一条长顺串，单调递减输入接近 M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选择树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把 k 路选最小的代价从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k−1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降到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log₂k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，使内部比较次数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与 k 无关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败者树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比赢者树少一次取兄弟访问，是外排序实现里更常见的选择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成本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N 条记录、每页 B 条、k 路归并：写出总页 I/O 的表达式，并说明减少一趟省下多少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置换选择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对给定输入手工走一遍，写出每一步的活跃堆与冻结区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边界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构造使置换选择只得到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一条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顺串的输入；再构造使每条顺串都恰好为 M 的输入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选择树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对 5 路输入画出赢者树与败者树；替换一名选手，写出重赛路径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比较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为什么败者树比赢者树少一次访问？画图说明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上机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实现置换选择并验证两条不变量：顺串内部非递减、全部记录恰好出现一次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第9章 文件管理和外排序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