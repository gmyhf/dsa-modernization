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第10章　检索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线性表检索 · 集合 · 散列方法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本章要回答三个问题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不排序、排序、分块，检索的代价各是多少？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10.1 三种线性表检索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「在不在里面」这个问题怎么问？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10.2 集合与位向量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能不能不比较，直接算出地址？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10.3 散列方法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前面各章的检索都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基于关键码比较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顺序、分块靠「等于 / 不等于」；二分、树形靠「大于 / 等于 / 小于」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这些方法的平均检索长度都与 n 有关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最理想的情况是根据关键码值直接找到存储地址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这就是散列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散列法的平均检索长度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不依赖于表中结点的个数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，而是随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负载因子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的增大而增加 —— 前面每一种检索方法的 ASL 都是 n 的函数。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10.1 基于线性表的检索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顺序、二分、分块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10.1.1 顺序检索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逐个把关键码与给定值比较，相等则成功，走完还没找到就失败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表中各数据元素可以任意排列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这是它唯一、也是最宝贵的优点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不要求有序，实现最简单，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链表和数组都能用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最好比较 1 次，最坏 n 次；等概率假设下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ASL = (n+1)/2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监视哨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：把目标值先写进表外的一个额外槽，循环里就只问「当前元素等不等于目标」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作用是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保证 while 循环一定终止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，于是不必再写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i &gt; 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这个条件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原理：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当循环需要测试两个或多个条件时，应尽量减少测试条件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常数小一点，阶不变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只读输入、并发共享数组、或没有额外槽时，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不应为省一个边界判断去改数据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10.1.2 二分检索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前提两条：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表必须按关键码有序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，而且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能按下标随机访问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所以适合数组、不适合链表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每次取当前区间的中点：相等则停；目标更大丢掉左半，否则丢掉右半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区间长度每次至少减半，比较次数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O(log 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它是比较典型的分治算法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实现上用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半开区间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[first, last)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middle = first + (last-first)/2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走左半时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last = middle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，走右半时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first = middle + 1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这样不必写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middle - 1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无符号下标不会在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middle == 0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时下溢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不变量：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若目标存在，它一定还在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[first, last)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10.2　二分检索的决策树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46443" y="1207008"/>
            <a:ext cx="6298809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1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883" y="1298448"/>
            <a:ext cx="6115929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这棵决策树其实就是一棵 BST；比较次数 = 结点所在层数 + 1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从决策树读出来的两件事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① 对同一长度的有序数组，决策树的形状是固定的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不管数组里的数值是什么，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下标位置的 BST 保持不变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代价可以从代数角度精确算出来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只比较 1 次成功的结点有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个，2 次的有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个，j 次的有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2^(j-1)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最大检索长度 =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⌈log₂(n+1)⌉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等概率时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ASL ≈ log₂(n+1) − 1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平均与最大相近，因而效率高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两条硬约束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：要事先排序（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排序本身很费时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）；只适用顺序存储（插删困难）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所以二分检索特别适用于「一经建立就很少改动、而又需要经常检索」的线性表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10.1.3 分块检索（索引检索）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 n 个元素分成 b 块：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块与块之间有序，块内部可以无序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另造一张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块索引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，每项记下该块的最大关键码和块的起始位置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检索分两个阶段：① 确定在哪一块；② 在块内检索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第二阶段只能顺序检索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；第一阶段可以顺序，也可以二分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顺序查索引时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ASL = (b+1)/2 + (s+1)/2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s 取 √n 时最小，为 √n + 1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原书的例子：10000 个结点分成 100 块，分块检索平均 101 次比较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顺序检索约 5000 次，二分检索最多 14 次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分块高于顺序、低于二分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它的优点在插入删除上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：插入可以放在块尾；删除时把块内最后一个记录移过来填空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分块检索：块间有序只负责排除别的块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17090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块 0:  22  12  13   9   8          索引项 (max=22, start=0)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块 1:  33  42  44  24  48          索引项 (max=48, start=5)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块 2:  60  80  74  49  86  53      索引项 (max=86, start=10)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查 44:  索引里比较 22、48  -&gt;  只能在块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块内顺序比较 33、42、44     命中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查 23:  索引里同样落到块 1（23 &lt; 48）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块内扫完 33 42 44 24 48     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不能因为 23 小于块最大值 48 就断言它存在。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块间有序只负责排除别的块，块内仍然无序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10.2 集合的检索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成员关系与位向量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10.2.1 集合的数学特性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集合由若干确定的、相异的对象构成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；一个集合中不包含两个完全相同的元素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{1,4}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{4,1}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是同一个集合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元素的次序无关紧要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基本关系与运算：成员关系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x ∈ 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；子集 / 超集；并、交、差；幂集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每个集合都是其本身的子集，空集是任何集合的子集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因为元素互异，所以：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插入一个已在里面的键、删除一个不在里面的键，都是正常、可预期的失败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应当返回「没做成」，而不是抛异常或打印一行 —— 与全书接口口径一致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可拿来测试的代数性质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集合运算应满足一组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能写成断言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的性质：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 ∩ B = B ∩ A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（交换律）；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 ∩ A = A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（幂等）；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 ∩ ∅ = ∅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包含关系：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 ⊇ A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空集被任何集合包含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示例测试不只核对一次结果，还要用这些性质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防止实现「碰巧对一组输入是对的」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本章的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IntSet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故意用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线性表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实现，把接口先钉死：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每个运算最后都落到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contains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，而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contains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是顺序检索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所以交集是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O(n·m)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。10.3 节的散列就是来把这个 O(n) 压成 O(1) 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，接口一个字不改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有限全集上的位表示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5415"/>
            <a:ext cx="11057839" cy="421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全集 {a, b, c, d, e, f, g, h}，从低位到高位依次对应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A = {a,c,f}      -&gt;  00100101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B = {b,c,f,g}    -&gt;  01100110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A 交 B           -&gt;  00100100  = {c,f}        按位与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A 并 B           -&gt;  01100111  = {a,b,c,f,g}  按位或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A 减 B           -&gt;  00000001  = {a}          A &amp; ~B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原书例 10.1（0..15 之间的奇素数）：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素数 {13,11,7,5,3,2}          0010100010101100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奇数 {15,13,11,9,7,5,3,1}     1010101010101010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按位与                        0010100010101000  =  {13,11,7,5,3}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一次机器指令并行处理 32 或 64 个元素。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一次按位与，就完成了两个集合的求交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位向量的代价与前提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空间与全集大小成正比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学号全集可能有十亿个值、实际只出现几十个，就很浪费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这时散列表或树更合适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还要求先固定「元素到位号」的映射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若映射随运行改变，两个看起来同为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00100101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的位串可能代表不同集合，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按位运算就没有意义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11 章的位图索引会把同一思想扩展到数据库记录列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10.3 散列方法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散列函数、冲突解决、效率分析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10.3.1 散列函数：三条选择原则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散列函数 h 把关键码映到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{0, 1, …, M−1}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。三条原则：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① 运算尽可能简单；② 值域必须在散列表范围内；③ 尽可能使结点均匀分布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除余法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h(x) = x mod 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几乎最简单，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但挑 M 值要格外小心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M 取偶数 → 偶数关键码映到偶数地址，分布不匀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M 取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2^k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h(x)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只是 x 的最右 k 个二进制位，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不依赖 x 的全部比特位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所以通常选一个质数作为 M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这样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x mod M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依赖 x 的所有位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其他方法：乘余取整（A 取黄金分割 0.618 最理想）、平方取中、数字分析、基数转换、折叠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10.3.2 开散列（拉链法 / 分离链接）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开散列把发生冲突的关键码存储在散列表主表之外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：每个槽挂一条链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插入是算地址再接到链上；查找、删除只在那一条链上走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删掉一个结点不会影响别的链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，也不存在「探测序列被截断」的问题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装载因子 α = n/m 可以大于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，链只是变长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成功查找的期望比较次数约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1 + α/2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；失败查找要走完整条链，约 α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实现简单，空间上每个结点多一个指针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名字容易误解：「开」指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冲突元素移到槽外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，不是开放地址法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10.3.3 闭散列（开放地址法）：探查序列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所有记录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直接存储在散列表中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。关键码 K 有一个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基位置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h(K)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冲突时按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探查序列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d_i = (d₀ + p(K,i)) mod 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依次找空位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检索时沿同一序列查；一旦遇到开放的空闲地址，就说明表中没有待查的关键码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这一句正是「删除为什么不能标空」的根据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四种探查函数：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线性探查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p(K,i) = i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二次探查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1², -1², 2², -2², …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伪随机探查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双散列探查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p(K,i) = i · h₂(K)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线性探查的毛病叫「聚集」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散列基地址不同的结点，可能争夺相同的后继散列地址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基本聚集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理想情况下每个空槽都该有相同机会接收下一个记录；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但原书例 10.7 那张表里，下一条记录落在第 11 槽的概率是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2/15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，落到第 7 槽却是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11/15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小的聚集可能汇合成大的聚集，导致很长的探查序列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改进：每次跳 c 个槽。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但 c 必须与 M 互素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，否则走不遍所有槽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c=2 且槽数为偶数时，基位置在偶数槽的关键码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只能走遍所有偶数槽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而且仍不能解决聚集：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h=3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h=5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的探查序列 3,5,7,9… 和 5,7,9…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仍然纠缠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双散列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让探查序列成为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关键码的函数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而不是基位置的函数，才真正岔开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删除是闭散列的难点：为什么要墓碑（表长 5，键 1、6、11 同址）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3" cy="3409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783"/>
                <a:gridCol w="1105783"/>
                <a:gridCol w="1105783"/>
                <a:gridCol w="1105783"/>
                <a:gridCol w="1105783"/>
                <a:gridCol w="1105783"/>
                <a:gridCol w="4423135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槽 0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槽 1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槽 2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槽 3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槽 4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说明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 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home(1)=1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 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冲突，探测到 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 11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连续冲突，探测到 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 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墓碑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探测链不能截断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查找 11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墓碑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命中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越过墓碑，在 3 命中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插入 16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记住首个墓碑，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确认无重复后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才复用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3577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最后一步不能一看到墓碑就立刻插入 —— 万一同一个 16 已在更后面的槽，提前写入就制造了重复键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10.3.5 效率分析：衡量的是什么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性能按「完成一次插入、删除或检索所需的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记录访问次数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」衡量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插入和删除都基于检索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删除前必须先找到它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删除的访问数 =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成功检索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的访问数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插入必须找到探查序列的尾部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（才能确定没有重复记录）→ =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不成功检索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所以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散列表的效率问题实质上还是平均检索长度问题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，而且要区别对待成功与不成功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期望代价与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负载因子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α = N/M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有关：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插入 / 不成功检索的探查次数期望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1 + Σ(N/M)^i = 1/(1−α)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成功检索对 0 到 α 积分：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(1/α)·ln(1/(1−α))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三种策略放在一起比（原书表 10.2）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94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338"/>
                <a:gridCol w="3794157"/>
                <a:gridCol w="401734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冲突解决策略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成功检索（删除）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不成功检索（插入）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开散列法（拉链）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1 + α/2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α + e^(−α)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双散列探查法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(1/α)·ln(1/(1−α))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1/(1−α)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线性探查法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(1 + 1/(1−α)) / 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(1 + 1/(1−α)²) / 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37464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开散列方法的效率最高，实际系统中使用的散列大多都是开散列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—— 简单、不产生聚集、删除方便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0.5 是一条经验阈值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α &lt; 0.5（散列表将近半满）时，大部分情况下检索长度小于 2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实际经验表明：负载因子超过 0.5，散列表的性能就会急剧下降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所以要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先知道最大负载下表中可能有多少条记录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，据此选表长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动态性强（大量插删）时性能会下降。两种应对：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超过阈值时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重新散列整个表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；或者周期性重散列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并把记录按访问频率从高到低插入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让上一周期中被频繁访问的记录更有机会接近基位置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为什么教材用大篇幅讲闭散列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：它需要考虑的因素更多，因而更需要精心设计；在不能动态分配的受限系统里有独到用途，精心设计后效率比开散列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更稳定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顺序检索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限制最少（不要求有序）、效率最低，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ASL = (n+1)/2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二分检索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效率最高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O(log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，但要求有序 + 随机访问 —— 适合「一经建立就很少改动」的表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分块检索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介于两者之间；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 = √n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ASL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最小；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优点在插入删除上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集合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只关心成员关系；全集固定且不大时用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位向量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，交并差变成按位运算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散列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不比较，直接算地址。冲突解决分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开散列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（链）与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闭散列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（探查序列）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闭散列的删除必须用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墓碑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，否则探测链被截断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平均检索长度不依赖 n，只依赖负载因子 α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这是散列法最重要的特征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二分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写出查某个值的每一轮区间；说明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半开区间写法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为什么能避免下溢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分块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推导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s = √n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时 ASL 最小；举例说明「块内无序」意味着什么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位向量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用位运算实现交、并、差，并验证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A ∩ B = B ∩ A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等代数性质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散列函数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为什么除余法的 M 通常取质数？M 取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2^k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会怎样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聚集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举例说明 c=2、M 为偶数时探查序列走不遍全表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墓碑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构造一个「删除后标空 → 后续查找误判不存在」的最小例子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把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IntSet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的线性表换成散列表，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接口不变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，比较交集运算的耗时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第10章 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